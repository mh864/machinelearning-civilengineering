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8"/>
  </p:notesMasterIdLst>
  <p:sldIdLst>
    <p:sldId id="287" r:id="rId3"/>
    <p:sldId id="257" r:id="rId4"/>
    <p:sldId id="286" r:id="rId5"/>
    <p:sldId id="259" r:id="rId6"/>
    <p:sldId id="260" r:id="rId7"/>
    <p:sldId id="289" r:id="rId8"/>
    <p:sldId id="264" r:id="rId9"/>
    <p:sldId id="274" r:id="rId10"/>
    <p:sldId id="278" r:id="rId11"/>
    <p:sldId id="258" r:id="rId12"/>
    <p:sldId id="273" r:id="rId13"/>
    <p:sldId id="263" r:id="rId14"/>
    <p:sldId id="267" r:id="rId15"/>
    <p:sldId id="288" r:id="rId16"/>
    <p:sldId id="262" r:id="rId17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9"/>
      <p:bold r:id="rId20"/>
      <p:italic r:id="rId21"/>
      <p:boldItalic r:id="rId22"/>
    </p:embeddedFont>
    <p:embeddedFont>
      <p:font typeface="Fira Sans Extra Condensed SemiBold" panose="020B0603050000020004" pitchFamily="34" charset="0"/>
      <p:regular r:id="rId23"/>
      <p:bold r:id="rId24"/>
      <p:italic r:id="rId25"/>
      <p:boldItalic r:id="rId26"/>
    </p:embeddedFont>
    <p:embeddedFont>
      <p:font typeface="Proxima Nova" panose="02000506030000020004" pitchFamily="2" charset="0"/>
      <p:regular r:id="rId27"/>
      <p:bold r:id="rId28"/>
      <p:italic r:id="rId29"/>
      <p:boldItalic r:id="rId30"/>
    </p:embeddedFont>
    <p:embeddedFont>
      <p:font typeface="Proxima Nova Semibold" panose="02000506030000020004" pitchFamily="2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D8551E-1B37-4A0C-A9DB-63A455CE1D9A}">
  <a:tblStyle styleId="{EAD8551E-1B37-4A0C-A9DB-63A455CE1D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20"/>
  </p:normalViewPr>
  <p:slideViewPr>
    <p:cSldViewPr snapToGrid="0">
      <p:cViewPr varScale="1">
        <p:scale>
          <a:sx n="131" d="100"/>
          <a:sy n="131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e96fd5876e_0_4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e96fd5876e_0_4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9566a474a_0_1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9566a474a_0_1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e9566a474a_0_1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e9566a474a_0_1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e96fd5876e_0_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e96fd5876e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e96fd5876e_0_2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e96fd5876e_0_2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ge96fd5876e_0_3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ge96fd5876e_0_3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566a474a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566a474a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e96fd5876e_0_2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e96fd5876e_0_2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96fd5876e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96fd5876e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e96fd5876e_0_1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e96fd5876e_0_1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e96fd5876e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e96fd5876e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20950451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1624519" y="336150"/>
            <a:ext cx="5894962" cy="2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C</a:t>
            </a:r>
            <a:r>
              <a:rPr lang="en" sz="4800" dirty="0" err="1"/>
              <a:t>ivil</a:t>
            </a:r>
            <a:r>
              <a:rPr lang="en" sz="4800" dirty="0"/>
              <a:t> Engineering project</a:t>
            </a:r>
            <a:br>
              <a:rPr lang="en" sz="5400" dirty="0"/>
            </a:br>
            <a:r>
              <a:rPr lang="en" sz="4000" dirty="0"/>
              <a:t>river flood</a:t>
            </a:r>
            <a:endParaRPr sz="5400" dirty="0"/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3281399" y="3349998"/>
            <a:ext cx="258120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Mia Hajjar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Hady </a:t>
            </a:r>
            <a:r>
              <a:rPr lang="en" dirty="0" err="1"/>
              <a:t>Souaiby</a:t>
            </a: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Jerome Chaker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Yoanna Maroun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BD996-09B1-5EA6-2C2C-CD058310DA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05" t="23641" r="12931" b="27972"/>
          <a:stretch>
            <a:fillRect/>
          </a:stretch>
        </p:blipFill>
        <p:spPr>
          <a:xfrm>
            <a:off x="2334637" y="1692296"/>
            <a:ext cx="4474725" cy="19437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DDFDD8-C90B-598B-E970-75C65760A462}"/>
              </a:ext>
            </a:extLst>
          </p:cNvPr>
          <p:cNvSpPr/>
          <p:nvPr/>
        </p:nvSpPr>
        <p:spPr>
          <a:xfrm>
            <a:off x="3375498" y="1692296"/>
            <a:ext cx="2487101" cy="4186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452207" y="239468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Plan</a:t>
            </a:r>
            <a:endParaRPr dirty="0"/>
          </a:p>
        </p:txBody>
      </p:sp>
      <p:grpSp>
        <p:nvGrpSpPr>
          <p:cNvPr id="236" name="Google Shape;236;p16"/>
          <p:cNvGrpSpPr/>
          <p:nvPr/>
        </p:nvGrpSpPr>
        <p:grpSpPr>
          <a:xfrm>
            <a:off x="1913518" y="923659"/>
            <a:ext cx="2653489" cy="678061"/>
            <a:chOff x="3297249" y="1027913"/>
            <a:chExt cx="2653489" cy="678061"/>
          </a:xfrm>
        </p:grpSpPr>
        <p:sp>
          <p:nvSpPr>
            <p:cNvPr id="237" name="Google Shape;237;p16"/>
            <p:cNvSpPr/>
            <p:nvPr/>
          </p:nvSpPr>
          <p:spPr>
            <a:xfrm>
              <a:off x="3297249" y="1109874"/>
              <a:ext cx="596100" cy="59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239" name="Google Shape;239;p16"/>
            <p:cNvSpPr txBox="1"/>
            <p:nvPr/>
          </p:nvSpPr>
          <p:spPr>
            <a:xfrm>
              <a:off x="3969538" y="102791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Introduction and problem statement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99" name="Google Shape;299;p16"/>
          <p:cNvGrpSpPr/>
          <p:nvPr/>
        </p:nvGrpSpPr>
        <p:grpSpPr>
          <a:xfrm>
            <a:off x="4649619" y="923659"/>
            <a:ext cx="2653477" cy="678062"/>
            <a:chOff x="6033350" y="1027913"/>
            <a:chExt cx="2653477" cy="678062"/>
          </a:xfrm>
        </p:grpSpPr>
        <p:sp>
          <p:nvSpPr>
            <p:cNvPr id="301" name="Google Shape;301;p16"/>
            <p:cNvSpPr txBox="1"/>
            <p:nvPr/>
          </p:nvSpPr>
          <p:spPr>
            <a:xfrm>
              <a:off x="6705627" y="102791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Models and training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6033350" y="1109875"/>
              <a:ext cx="596100" cy="596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04" name="Google Shape;304;p16"/>
          <p:cNvGrpSpPr/>
          <p:nvPr/>
        </p:nvGrpSpPr>
        <p:grpSpPr>
          <a:xfrm>
            <a:off x="1913517" y="2398606"/>
            <a:ext cx="2653505" cy="682838"/>
            <a:chOff x="3297248" y="2502860"/>
            <a:chExt cx="2653505" cy="682838"/>
          </a:xfrm>
        </p:grpSpPr>
        <p:sp>
          <p:nvSpPr>
            <p:cNvPr id="306" name="Google Shape;306;p16"/>
            <p:cNvSpPr txBox="1"/>
            <p:nvPr/>
          </p:nvSpPr>
          <p:spPr>
            <a:xfrm>
              <a:off x="3969553" y="2502860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 collection and sources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3297248" y="2589598"/>
              <a:ext cx="596100" cy="59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09" name="Google Shape;309;p16"/>
          <p:cNvGrpSpPr/>
          <p:nvPr/>
        </p:nvGrpSpPr>
        <p:grpSpPr>
          <a:xfrm>
            <a:off x="1913517" y="3873554"/>
            <a:ext cx="2653505" cy="673315"/>
            <a:chOff x="3297248" y="3977808"/>
            <a:chExt cx="2653505" cy="673315"/>
          </a:xfrm>
        </p:grpSpPr>
        <p:sp>
          <p:nvSpPr>
            <p:cNvPr id="311" name="Google Shape;311;p16"/>
            <p:cNvSpPr txBox="1"/>
            <p:nvPr/>
          </p:nvSpPr>
          <p:spPr>
            <a:xfrm>
              <a:off x="3969553" y="397780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Levfeature</a:t>
              </a: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engineering and methodology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3297248" y="4055023"/>
              <a:ext cx="596100" cy="59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14" name="Google Shape;314;p16"/>
          <p:cNvGrpSpPr/>
          <p:nvPr/>
        </p:nvGrpSpPr>
        <p:grpSpPr>
          <a:xfrm>
            <a:off x="4649619" y="2397536"/>
            <a:ext cx="2653515" cy="711260"/>
            <a:chOff x="6033350" y="2501790"/>
            <a:chExt cx="2653515" cy="711260"/>
          </a:xfrm>
        </p:grpSpPr>
        <p:sp>
          <p:nvSpPr>
            <p:cNvPr id="316" name="Google Shape;316;p16"/>
            <p:cNvSpPr txBox="1"/>
            <p:nvPr/>
          </p:nvSpPr>
          <p:spPr>
            <a:xfrm>
              <a:off x="6705665" y="2501790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Results and evaluation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6033350" y="2616950"/>
              <a:ext cx="596100" cy="59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19" name="Google Shape;319;p16"/>
          <p:cNvGrpSpPr/>
          <p:nvPr/>
        </p:nvGrpSpPr>
        <p:grpSpPr>
          <a:xfrm>
            <a:off x="4649619" y="3873563"/>
            <a:ext cx="2653477" cy="674283"/>
            <a:chOff x="6033350" y="3977817"/>
            <a:chExt cx="2653477" cy="674283"/>
          </a:xfrm>
        </p:grpSpPr>
        <p:sp>
          <p:nvSpPr>
            <p:cNvPr id="321" name="Google Shape;321;p16"/>
            <p:cNvSpPr txBox="1"/>
            <p:nvPr/>
          </p:nvSpPr>
          <p:spPr>
            <a:xfrm>
              <a:off x="6705627" y="3977817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System architecture and conclusion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6033350" y="4056000"/>
              <a:ext cx="596100" cy="59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cxnSp>
        <p:nvCxnSpPr>
          <p:cNvPr id="324" name="Google Shape;324;p16"/>
          <p:cNvCxnSpPr>
            <a:stCxn id="237" idx="4"/>
            <a:endCxn id="308" idx="0"/>
          </p:cNvCxnSpPr>
          <p:nvPr/>
        </p:nvCxnSpPr>
        <p:spPr>
          <a:xfrm>
            <a:off x="2211568" y="1601720"/>
            <a:ext cx="0" cy="88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" name="Google Shape;325;p16"/>
          <p:cNvCxnSpPr>
            <a:stCxn id="308" idx="4"/>
            <a:endCxn id="313" idx="0"/>
          </p:cNvCxnSpPr>
          <p:nvPr/>
        </p:nvCxnSpPr>
        <p:spPr>
          <a:xfrm>
            <a:off x="2211567" y="3081444"/>
            <a:ext cx="0" cy="86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6" name="Google Shape;326;p16"/>
          <p:cNvCxnSpPr>
            <a:stCxn id="303" idx="4"/>
            <a:endCxn id="318" idx="0"/>
          </p:cNvCxnSpPr>
          <p:nvPr/>
        </p:nvCxnSpPr>
        <p:spPr>
          <a:xfrm>
            <a:off x="4947669" y="1601721"/>
            <a:ext cx="0" cy="91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7" name="Google Shape;327;p16"/>
          <p:cNvCxnSpPr>
            <a:stCxn id="318" idx="4"/>
            <a:endCxn id="323" idx="0"/>
          </p:cNvCxnSpPr>
          <p:nvPr/>
        </p:nvCxnSpPr>
        <p:spPr>
          <a:xfrm>
            <a:off x="4947669" y="3108796"/>
            <a:ext cx="0" cy="84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45"/>
          <p:cNvSpPr/>
          <p:nvPr/>
        </p:nvSpPr>
        <p:spPr>
          <a:xfrm>
            <a:off x="3543300" y="116205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45"/>
          <p:cNvSpPr/>
          <p:nvPr/>
        </p:nvSpPr>
        <p:spPr>
          <a:xfrm>
            <a:off x="6619875" y="116205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4" name="Google Shape;2314;p45"/>
          <p:cNvSpPr/>
          <p:nvPr/>
        </p:nvSpPr>
        <p:spPr>
          <a:xfrm>
            <a:off x="466725" y="116205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p4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Introduction &amp; Problem</a:t>
            </a:r>
            <a:endParaRPr dirty="0"/>
          </a:p>
        </p:txBody>
      </p:sp>
      <p:grpSp>
        <p:nvGrpSpPr>
          <p:cNvPr id="2316" name="Google Shape;2316;p45"/>
          <p:cNvGrpSpPr/>
          <p:nvPr/>
        </p:nvGrpSpPr>
        <p:grpSpPr>
          <a:xfrm>
            <a:off x="6629400" y="934075"/>
            <a:ext cx="2057400" cy="931175"/>
            <a:chOff x="6629400" y="934075"/>
            <a:chExt cx="2057400" cy="931175"/>
          </a:xfrm>
        </p:grpSpPr>
        <p:sp>
          <p:nvSpPr>
            <p:cNvPr id="2317" name="Google Shape;2317;p45"/>
            <p:cNvSpPr/>
            <p:nvPr/>
          </p:nvSpPr>
          <p:spPr>
            <a:xfrm>
              <a:off x="7379250" y="93407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18" name="Google Shape;2318;p45"/>
            <p:cNvSpPr txBox="1"/>
            <p:nvPr/>
          </p:nvSpPr>
          <p:spPr>
            <a:xfrm>
              <a:off x="6629400" y="15334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Flooding = major natural disaster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320" name="Google Shape;2320;p45"/>
          <p:cNvGrpSpPr/>
          <p:nvPr/>
        </p:nvGrpSpPr>
        <p:grpSpPr>
          <a:xfrm>
            <a:off x="466725" y="934075"/>
            <a:ext cx="5133975" cy="999487"/>
            <a:chOff x="466725" y="934075"/>
            <a:chExt cx="5133975" cy="999487"/>
          </a:xfrm>
        </p:grpSpPr>
        <p:sp>
          <p:nvSpPr>
            <p:cNvPr id="2321" name="Google Shape;2321;p45"/>
            <p:cNvSpPr/>
            <p:nvPr/>
          </p:nvSpPr>
          <p:spPr>
            <a:xfrm>
              <a:off x="4302675" y="93407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22" name="Google Shape;2322;p45"/>
            <p:cNvSpPr txBox="1"/>
            <p:nvPr/>
          </p:nvSpPr>
          <p:spPr>
            <a:xfrm>
              <a:off x="3543300" y="15334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Focus: river gauge stations in the US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" name="Google Shape;2322;p45">
              <a:extLst>
                <a:ext uri="{FF2B5EF4-FFF2-40B4-BE49-F238E27FC236}">
                  <a16:creationId xmlns:a16="http://schemas.microsoft.com/office/drawing/2014/main" id="{0FBA4323-574E-4D63-F028-7D7AB6A754E8}"/>
                </a:ext>
              </a:extLst>
            </p:cNvPr>
            <p:cNvSpPr txBox="1"/>
            <p:nvPr/>
          </p:nvSpPr>
          <p:spPr>
            <a:xfrm>
              <a:off x="466725" y="1601762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Real-time flood risk prediction system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2327" name="Google Shape;2327;p45"/>
          <p:cNvSpPr/>
          <p:nvPr/>
        </p:nvSpPr>
        <p:spPr>
          <a:xfrm>
            <a:off x="1226100" y="934075"/>
            <a:ext cx="519600" cy="371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28" name="Google Shape;2328;p45"/>
          <p:cNvSpPr/>
          <p:nvPr/>
        </p:nvSpPr>
        <p:spPr>
          <a:xfrm>
            <a:off x="6619875" y="323360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45"/>
          <p:cNvSpPr/>
          <p:nvPr/>
        </p:nvSpPr>
        <p:spPr>
          <a:xfrm>
            <a:off x="466725" y="323360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8027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45"/>
          <p:cNvSpPr/>
          <p:nvPr/>
        </p:nvSpPr>
        <p:spPr>
          <a:xfrm>
            <a:off x="7379250" y="3005625"/>
            <a:ext cx="519600" cy="3714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05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334" name="Google Shape;2334;p45"/>
          <p:cNvGrpSpPr/>
          <p:nvPr/>
        </p:nvGrpSpPr>
        <p:grpSpPr>
          <a:xfrm>
            <a:off x="457200" y="3005625"/>
            <a:ext cx="2057400" cy="913025"/>
            <a:chOff x="457200" y="3005625"/>
            <a:chExt cx="2057400" cy="913025"/>
          </a:xfrm>
        </p:grpSpPr>
        <p:sp>
          <p:nvSpPr>
            <p:cNvPr id="2335" name="Google Shape;2335;p45"/>
            <p:cNvSpPr txBox="1"/>
            <p:nvPr/>
          </p:nvSpPr>
          <p:spPr>
            <a:xfrm>
              <a:off x="457200" y="35868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Need for accurate &amp; fast predictions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37" name="Google Shape;2337;p45"/>
            <p:cNvSpPr/>
            <p:nvPr/>
          </p:nvSpPr>
          <p:spPr>
            <a:xfrm>
              <a:off x="1226100" y="300562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338" name="Google Shape;2338;p45"/>
          <p:cNvGrpSpPr/>
          <p:nvPr/>
        </p:nvGrpSpPr>
        <p:grpSpPr>
          <a:xfrm>
            <a:off x="3810709" y="3005625"/>
            <a:ext cx="1567191" cy="1370134"/>
            <a:chOff x="3124753" y="2097067"/>
            <a:chExt cx="2904005" cy="2684408"/>
          </a:xfrm>
        </p:grpSpPr>
        <p:sp>
          <p:nvSpPr>
            <p:cNvPr id="2339" name="Google Shape;2339;p45"/>
            <p:cNvSpPr/>
            <p:nvPr/>
          </p:nvSpPr>
          <p:spPr>
            <a:xfrm>
              <a:off x="3938625" y="4524375"/>
              <a:ext cx="1247700" cy="2571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0" name="Google Shape;2340;p45"/>
            <p:cNvGrpSpPr/>
            <p:nvPr/>
          </p:nvGrpSpPr>
          <p:grpSpPr>
            <a:xfrm>
              <a:off x="3124761" y="2266506"/>
              <a:ext cx="1173544" cy="1038290"/>
              <a:chOff x="3039603" y="2097081"/>
              <a:chExt cx="1372888" cy="1214659"/>
            </a:xfrm>
          </p:grpSpPr>
          <p:sp>
            <p:nvSpPr>
              <p:cNvPr id="2341" name="Google Shape;2341;p45"/>
              <p:cNvSpPr/>
              <p:nvPr/>
            </p:nvSpPr>
            <p:spPr>
              <a:xfrm>
                <a:off x="3039603" y="2097081"/>
                <a:ext cx="1372888" cy="1214659"/>
              </a:xfrm>
              <a:custGeom>
                <a:avLst/>
                <a:gdLst/>
                <a:ahLst/>
                <a:cxnLst/>
                <a:rect l="l" t="t" r="r" b="b"/>
                <a:pathLst>
                  <a:path w="76484" h="67669" extrusionOk="0">
                    <a:moveTo>
                      <a:pt x="0" y="1"/>
                    </a:moveTo>
                    <a:lnTo>
                      <a:pt x="0" y="67668"/>
                    </a:lnTo>
                    <a:lnTo>
                      <a:pt x="76484" y="67668"/>
                    </a:lnTo>
                    <a:lnTo>
                      <a:pt x="764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45"/>
              <p:cNvSpPr/>
              <p:nvPr/>
            </p:nvSpPr>
            <p:spPr>
              <a:xfrm>
                <a:off x="3527987" y="2179974"/>
                <a:ext cx="797142" cy="317212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72" extrusionOk="0">
                    <a:moveTo>
                      <a:pt x="565" y="0"/>
                    </a:moveTo>
                    <a:lnTo>
                      <a:pt x="447" y="14"/>
                    </a:lnTo>
                    <a:lnTo>
                      <a:pt x="342" y="53"/>
                    </a:lnTo>
                    <a:lnTo>
                      <a:pt x="250" y="105"/>
                    </a:lnTo>
                    <a:lnTo>
                      <a:pt x="171" y="171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65"/>
                    </a:lnTo>
                    <a:lnTo>
                      <a:pt x="1" y="17121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14"/>
                    </a:lnTo>
                    <a:lnTo>
                      <a:pt x="250" y="17580"/>
                    </a:lnTo>
                    <a:lnTo>
                      <a:pt x="342" y="17632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32"/>
                    </a:lnTo>
                    <a:lnTo>
                      <a:pt x="44159" y="17580"/>
                    </a:lnTo>
                    <a:lnTo>
                      <a:pt x="44238" y="17514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21"/>
                    </a:lnTo>
                    <a:lnTo>
                      <a:pt x="44408" y="565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71"/>
                    </a:lnTo>
                    <a:lnTo>
                      <a:pt x="44159" y="105"/>
                    </a:lnTo>
                    <a:lnTo>
                      <a:pt x="44067" y="53"/>
                    </a:lnTo>
                    <a:lnTo>
                      <a:pt x="43962" y="14"/>
                    </a:lnTo>
                    <a:lnTo>
                      <a:pt x="438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45"/>
              <p:cNvSpPr/>
              <p:nvPr/>
            </p:nvSpPr>
            <p:spPr>
              <a:xfrm>
                <a:off x="3557425" y="2204943"/>
                <a:ext cx="214538" cy="33441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3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45"/>
              <p:cNvSpPr/>
              <p:nvPr/>
            </p:nvSpPr>
            <p:spPr>
              <a:xfrm>
                <a:off x="3557425" y="2256746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45"/>
              <p:cNvSpPr/>
              <p:nvPr/>
            </p:nvSpPr>
            <p:spPr>
              <a:xfrm>
                <a:off x="3557425" y="2310435"/>
                <a:ext cx="721303" cy="162035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27" extrusionOk="0">
                    <a:moveTo>
                      <a:pt x="1" y="0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45"/>
              <p:cNvSpPr/>
              <p:nvPr/>
            </p:nvSpPr>
            <p:spPr>
              <a:xfrm>
                <a:off x="3527987" y="2544270"/>
                <a:ext cx="797142" cy="317212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72" extrusionOk="0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2"/>
                    </a:lnTo>
                    <a:lnTo>
                      <a:pt x="171" y="158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80"/>
                    </a:lnTo>
                    <a:lnTo>
                      <a:pt x="342" y="17619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19"/>
                    </a:lnTo>
                    <a:lnTo>
                      <a:pt x="44159" y="17580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58"/>
                    </a:lnTo>
                    <a:lnTo>
                      <a:pt x="44159" y="92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45"/>
              <p:cNvSpPr/>
              <p:nvPr/>
            </p:nvSpPr>
            <p:spPr>
              <a:xfrm>
                <a:off x="3557425" y="2569005"/>
                <a:ext cx="214538" cy="33441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3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45"/>
              <p:cNvSpPr/>
              <p:nvPr/>
            </p:nvSpPr>
            <p:spPr>
              <a:xfrm>
                <a:off x="3557425" y="2620808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45"/>
              <p:cNvSpPr/>
              <p:nvPr/>
            </p:nvSpPr>
            <p:spPr>
              <a:xfrm>
                <a:off x="3557425" y="2674730"/>
                <a:ext cx="721303" cy="161801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14" extrusionOk="0">
                    <a:moveTo>
                      <a:pt x="1" y="1"/>
                    </a:moveTo>
                    <a:lnTo>
                      <a:pt x="1" y="9013"/>
                    </a:lnTo>
                    <a:lnTo>
                      <a:pt x="40184" y="9013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45"/>
              <p:cNvSpPr/>
              <p:nvPr/>
            </p:nvSpPr>
            <p:spPr>
              <a:xfrm>
                <a:off x="3527987" y="2908565"/>
                <a:ext cx="797142" cy="316979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59" extrusionOk="0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3"/>
                    </a:lnTo>
                    <a:lnTo>
                      <a:pt x="171" y="158"/>
                    </a:lnTo>
                    <a:lnTo>
                      <a:pt x="106" y="237"/>
                    </a:lnTo>
                    <a:lnTo>
                      <a:pt x="53" y="342"/>
                    </a:lnTo>
                    <a:lnTo>
                      <a:pt x="14" y="434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67"/>
                    </a:lnTo>
                    <a:lnTo>
                      <a:pt x="342" y="17620"/>
                    </a:lnTo>
                    <a:lnTo>
                      <a:pt x="447" y="17659"/>
                    </a:lnTo>
                    <a:lnTo>
                      <a:pt x="43962" y="17659"/>
                    </a:lnTo>
                    <a:lnTo>
                      <a:pt x="44067" y="17620"/>
                    </a:lnTo>
                    <a:lnTo>
                      <a:pt x="44159" y="17567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34"/>
                    </a:lnTo>
                    <a:lnTo>
                      <a:pt x="44356" y="342"/>
                    </a:lnTo>
                    <a:lnTo>
                      <a:pt x="44317" y="237"/>
                    </a:lnTo>
                    <a:lnTo>
                      <a:pt x="44238" y="158"/>
                    </a:lnTo>
                    <a:lnTo>
                      <a:pt x="44159" y="93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45"/>
              <p:cNvSpPr/>
              <p:nvPr/>
            </p:nvSpPr>
            <p:spPr>
              <a:xfrm>
                <a:off x="3557425" y="2933300"/>
                <a:ext cx="214538" cy="3345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4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45"/>
              <p:cNvSpPr/>
              <p:nvPr/>
            </p:nvSpPr>
            <p:spPr>
              <a:xfrm>
                <a:off x="3557425" y="2985104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45"/>
              <p:cNvSpPr/>
              <p:nvPr/>
            </p:nvSpPr>
            <p:spPr>
              <a:xfrm>
                <a:off x="3557425" y="3038792"/>
                <a:ext cx="721303" cy="162035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27" extrusionOk="0">
                    <a:moveTo>
                      <a:pt x="1" y="1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45"/>
              <p:cNvSpPr/>
              <p:nvPr/>
            </p:nvSpPr>
            <p:spPr>
              <a:xfrm>
                <a:off x="3294386" y="2851825"/>
                <a:ext cx="107395" cy="48285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0" extrusionOk="0">
                    <a:moveTo>
                      <a:pt x="1339" y="0"/>
                    </a:moveTo>
                    <a:lnTo>
                      <a:pt x="1208" y="13"/>
                    </a:lnTo>
                    <a:lnTo>
                      <a:pt x="1076" y="26"/>
                    </a:lnTo>
                    <a:lnTo>
                      <a:pt x="945" y="66"/>
                    </a:lnTo>
                    <a:lnTo>
                      <a:pt x="827" y="105"/>
                    </a:lnTo>
                    <a:lnTo>
                      <a:pt x="709" y="157"/>
                    </a:lnTo>
                    <a:lnTo>
                      <a:pt x="591" y="223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5"/>
                    </a:lnTo>
                    <a:lnTo>
                      <a:pt x="224" y="590"/>
                    </a:lnTo>
                    <a:lnTo>
                      <a:pt x="158" y="708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7"/>
                    </a:lnTo>
                    <a:lnTo>
                      <a:pt x="1" y="1351"/>
                    </a:lnTo>
                    <a:lnTo>
                      <a:pt x="1" y="1482"/>
                    </a:lnTo>
                    <a:lnTo>
                      <a:pt x="27" y="1614"/>
                    </a:lnTo>
                    <a:lnTo>
                      <a:pt x="53" y="1745"/>
                    </a:lnTo>
                    <a:lnTo>
                      <a:pt x="106" y="1863"/>
                    </a:lnTo>
                    <a:lnTo>
                      <a:pt x="158" y="1981"/>
                    </a:lnTo>
                    <a:lnTo>
                      <a:pt x="224" y="2099"/>
                    </a:lnTo>
                    <a:lnTo>
                      <a:pt x="302" y="2204"/>
                    </a:lnTo>
                    <a:lnTo>
                      <a:pt x="394" y="2296"/>
                    </a:lnTo>
                    <a:lnTo>
                      <a:pt x="486" y="2388"/>
                    </a:lnTo>
                    <a:lnTo>
                      <a:pt x="591" y="2466"/>
                    </a:lnTo>
                    <a:lnTo>
                      <a:pt x="709" y="2532"/>
                    </a:lnTo>
                    <a:lnTo>
                      <a:pt x="827" y="2584"/>
                    </a:lnTo>
                    <a:lnTo>
                      <a:pt x="945" y="2624"/>
                    </a:lnTo>
                    <a:lnTo>
                      <a:pt x="1076" y="2663"/>
                    </a:lnTo>
                    <a:lnTo>
                      <a:pt x="1208" y="2689"/>
                    </a:lnTo>
                    <a:lnTo>
                      <a:pt x="4776" y="2689"/>
                    </a:lnTo>
                    <a:lnTo>
                      <a:pt x="4907" y="2663"/>
                    </a:lnTo>
                    <a:lnTo>
                      <a:pt x="5038" y="2624"/>
                    </a:lnTo>
                    <a:lnTo>
                      <a:pt x="5156" y="2584"/>
                    </a:lnTo>
                    <a:lnTo>
                      <a:pt x="5275" y="2532"/>
                    </a:lnTo>
                    <a:lnTo>
                      <a:pt x="5393" y="2466"/>
                    </a:lnTo>
                    <a:lnTo>
                      <a:pt x="5498" y="2388"/>
                    </a:lnTo>
                    <a:lnTo>
                      <a:pt x="5589" y="2296"/>
                    </a:lnTo>
                    <a:lnTo>
                      <a:pt x="5681" y="2204"/>
                    </a:lnTo>
                    <a:lnTo>
                      <a:pt x="5747" y="2099"/>
                    </a:lnTo>
                    <a:lnTo>
                      <a:pt x="5826" y="1981"/>
                    </a:lnTo>
                    <a:lnTo>
                      <a:pt x="5878" y="1863"/>
                    </a:lnTo>
                    <a:lnTo>
                      <a:pt x="5917" y="1745"/>
                    </a:lnTo>
                    <a:lnTo>
                      <a:pt x="5957" y="1614"/>
                    </a:lnTo>
                    <a:lnTo>
                      <a:pt x="5970" y="1482"/>
                    </a:lnTo>
                    <a:lnTo>
                      <a:pt x="5983" y="1351"/>
                    </a:lnTo>
                    <a:lnTo>
                      <a:pt x="5970" y="1207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8"/>
                    </a:lnTo>
                    <a:lnTo>
                      <a:pt x="5747" y="590"/>
                    </a:lnTo>
                    <a:lnTo>
                      <a:pt x="5681" y="485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3"/>
                    </a:lnTo>
                    <a:lnTo>
                      <a:pt x="5275" y="157"/>
                    </a:lnTo>
                    <a:lnTo>
                      <a:pt x="5156" y="105"/>
                    </a:lnTo>
                    <a:lnTo>
                      <a:pt x="5038" y="66"/>
                    </a:lnTo>
                    <a:lnTo>
                      <a:pt x="4907" y="26"/>
                    </a:lnTo>
                    <a:lnTo>
                      <a:pt x="4776" y="13"/>
                    </a:lnTo>
                    <a:lnTo>
                      <a:pt x="46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45"/>
              <p:cNvSpPr/>
              <p:nvPr/>
            </p:nvSpPr>
            <p:spPr>
              <a:xfrm>
                <a:off x="3300040" y="2857946"/>
                <a:ext cx="36044" cy="36044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08" extrusionOk="0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46"/>
                    </a:lnTo>
                    <a:lnTo>
                      <a:pt x="119" y="525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00"/>
                    </a:lnTo>
                    <a:lnTo>
                      <a:pt x="1" y="905"/>
                    </a:lnTo>
                    <a:lnTo>
                      <a:pt x="1" y="1010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3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84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94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94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84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1010"/>
                    </a:lnTo>
                    <a:lnTo>
                      <a:pt x="2008" y="905"/>
                    </a:lnTo>
                    <a:lnTo>
                      <a:pt x="1995" y="800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25"/>
                    </a:lnTo>
                    <a:lnTo>
                      <a:pt x="1837" y="446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45"/>
              <p:cNvSpPr/>
              <p:nvPr/>
            </p:nvSpPr>
            <p:spPr>
              <a:xfrm>
                <a:off x="3304043" y="2861949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30"/>
                    </a:lnTo>
                    <a:lnTo>
                      <a:pt x="1" y="695"/>
                    </a:lnTo>
                    <a:lnTo>
                      <a:pt x="1" y="787"/>
                    </a:lnTo>
                    <a:lnTo>
                      <a:pt x="1" y="866"/>
                    </a:lnTo>
                    <a:lnTo>
                      <a:pt x="14" y="932"/>
                    </a:lnTo>
                    <a:lnTo>
                      <a:pt x="66" y="1089"/>
                    </a:lnTo>
                    <a:lnTo>
                      <a:pt x="132" y="1220"/>
                    </a:lnTo>
                    <a:lnTo>
                      <a:pt x="224" y="1338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61"/>
                    </a:lnTo>
                    <a:lnTo>
                      <a:pt x="866" y="1561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38"/>
                    </a:lnTo>
                    <a:lnTo>
                      <a:pt x="1431" y="1220"/>
                    </a:lnTo>
                    <a:lnTo>
                      <a:pt x="1496" y="1089"/>
                    </a:lnTo>
                    <a:lnTo>
                      <a:pt x="1549" y="932"/>
                    </a:lnTo>
                    <a:lnTo>
                      <a:pt x="1562" y="866"/>
                    </a:lnTo>
                    <a:lnTo>
                      <a:pt x="1562" y="787"/>
                    </a:lnTo>
                    <a:lnTo>
                      <a:pt x="1562" y="695"/>
                    </a:lnTo>
                    <a:lnTo>
                      <a:pt x="1549" y="630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45"/>
              <p:cNvSpPr/>
              <p:nvPr/>
            </p:nvSpPr>
            <p:spPr>
              <a:xfrm>
                <a:off x="3294386" y="2916804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71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99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9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9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99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71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45"/>
              <p:cNvSpPr/>
              <p:nvPr/>
            </p:nvSpPr>
            <p:spPr>
              <a:xfrm>
                <a:off x="3360083" y="2922925"/>
                <a:ext cx="36062" cy="3629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22" extrusionOk="0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2"/>
                    </a:lnTo>
                    <a:lnTo>
                      <a:pt x="368" y="237"/>
                    </a:lnTo>
                    <a:lnTo>
                      <a:pt x="290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8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08"/>
                    </a:lnTo>
                    <a:lnTo>
                      <a:pt x="40" y="1313"/>
                    </a:lnTo>
                    <a:lnTo>
                      <a:pt x="80" y="1405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90" y="1720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20"/>
                    </a:lnTo>
                    <a:lnTo>
                      <a:pt x="1785" y="1654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405"/>
                    </a:lnTo>
                    <a:lnTo>
                      <a:pt x="1969" y="1313"/>
                    </a:lnTo>
                    <a:lnTo>
                      <a:pt x="1995" y="1208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8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1" y="237"/>
                    </a:lnTo>
                    <a:lnTo>
                      <a:pt x="1562" y="172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45"/>
              <p:cNvSpPr/>
              <p:nvPr/>
            </p:nvSpPr>
            <p:spPr>
              <a:xfrm>
                <a:off x="3364085" y="2926928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27"/>
                    </a:lnTo>
                    <a:lnTo>
                      <a:pt x="473" y="67"/>
                    </a:lnTo>
                    <a:lnTo>
                      <a:pt x="342" y="145"/>
                    </a:lnTo>
                    <a:lnTo>
                      <a:pt x="224" y="237"/>
                    </a:lnTo>
                    <a:lnTo>
                      <a:pt x="132" y="355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6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510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510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6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55"/>
                    </a:lnTo>
                    <a:lnTo>
                      <a:pt x="1326" y="237"/>
                    </a:lnTo>
                    <a:lnTo>
                      <a:pt x="1221" y="145"/>
                    </a:lnTo>
                    <a:lnTo>
                      <a:pt x="1090" y="67"/>
                    </a:lnTo>
                    <a:lnTo>
                      <a:pt x="932" y="27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45"/>
              <p:cNvSpPr/>
              <p:nvPr/>
            </p:nvSpPr>
            <p:spPr>
              <a:xfrm>
                <a:off x="3294386" y="2982267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5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6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6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5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45"/>
              <p:cNvSpPr/>
              <p:nvPr/>
            </p:nvSpPr>
            <p:spPr>
              <a:xfrm>
                <a:off x="3300040" y="2988406"/>
                <a:ext cx="36044" cy="36044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08" extrusionOk="0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33"/>
                    </a:lnTo>
                    <a:lnTo>
                      <a:pt x="119" y="525"/>
                    </a:lnTo>
                    <a:lnTo>
                      <a:pt x="79" y="604"/>
                    </a:lnTo>
                    <a:lnTo>
                      <a:pt x="40" y="708"/>
                    </a:lnTo>
                    <a:lnTo>
                      <a:pt x="14" y="800"/>
                    </a:lnTo>
                    <a:lnTo>
                      <a:pt x="1" y="892"/>
                    </a:lnTo>
                    <a:lnTo>
                      <a:pt x="1" y="997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2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71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81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81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71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2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997"/>
                    </a:lnTo>
                    <a:lnTo>
                      <a:pt x="2008" y="892"/>
                    </a:lnTo>
                    <a:lnTo>
                      <a:pt x="1995" y="800"/>
                    </a:lnTo>
                    <a:lnTo>
                      <a:pt x="1968" y="708"/>
                    </a:lnTo>
                    <a:lnTo>
                      <a:pt x="1929" y="604"/>
                    </a:lnTo>
                    <a:lnTo>
                      <a:pt x="1890" y="525"/>
                    </a:lnTo>
                    <a:lnTo>
                      <a:pt x="1837" y="433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45"/>
              <p:cNvSpPr/>
              <p:nvPr/>
            </p:nvSpPr>
            <p:spPr>
              <a:xfrm>
                <a:off x="3304043" y="2992409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2"/>
                    </a:lnTo>
                    <a:lnTo>
                      <a:pt x="66" y="1076"/>
                    </a:lnTo>
                    <a:lnTo>
                      <a:pt x="132" y="1220"/>
                    </a:lnTo>
                    <a:lnTo>
                      <a:pt x="224" y="1325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25"/>
                    </a:lnTo>
                    <a:lnTo>
                      <a:pt x="1431" y="1220"/>
                    </a:lnTo>
                    <a:lnTo>
                      <a:pt x="1496" y="1076"/>
                    </a:lnTo>
                    <a:lnTo>
                      <a:pt x="1549" y="932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45"/>
              <p:cNvSpPr/>
              <p:nvPr/>
            </p:nvSpPr>
            <p:spPr>
              <a:xfrm>
                <a:off x="3294386" y="3047264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5"/>
              <p:cNvSpPr/>
              <p:nvPr/>
            </p:nvSpPr>
            <p:spPr>
              <a:xfrm>
                <a:off x="3360083" y="3053385"/>
                <a:ext cx="36062" cy="36062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09" extrusionOk="0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90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2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392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90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5"/>
              <p:cNvSpPr/>
              <p:nvPr/>
            </p:nvSpPr>
            <p:spPr>
              <a:xfrm>
                <a:off x="3364085" y="3057388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14"/>
                    </a:lnTo>
                    <a:lnTo>
                      <a:pt x="473" y="67"/>
                    </a:lnTo>
                    <a:lnTo>
                      <a:pt x="342" y="132"/>
                    </a:lnTo>
                    <a:lnTo>
                      <a:pt x="224" y="237"/>
                    </a:lnTo>
                    <a:lnTo>
                      <a:pt x="132" y="342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5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5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42"/>
                    </a:lnTo>
                    <a:lnTo>
                      <a:pt x="1326" y="237"/>
                    </a:lnTo>
                    <a:lnTo>
                      <a:pt x="1221" y="132"/>
                    </a:lnTo>
                    <a:lnTo>
                      <a:pt x="1090" y="67"/>
                    </a:lnTo>
                    <a:lnTo>
                      <a:pt x="932" y="14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45"/>
              <p:cNvSpPr/>
              <p:nvPr/>
            </p:nvSpPr>
            <p:spPr>
              <a:xfrm>
                <a:off x="3294386" y="3112728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5"/>
                    </a:lnTo>
                    <a:lnTo>
                      <a:pt x="27" y="1064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087"/>
                    </a:lnTo>
                    <a:lnTo>
                      <a:pt x="302" y="2192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192"/>
                    </a:lnTo>
                    <a:lnTo>
                      <a:pt x="5747" y="2087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64"/>
                    </a:lnTo>
                    <a:lnTo>
                      <a:pt x="5917" y="945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45"/>
              <p:cNvSpPr/>
              <p:nvPr/>
            </p:nvSpPr>
            <p:spPr>
              <a:xfrm>
                <a:off x="3300040" y="3118616"/>
                <a:ext cx="36044" cy="3629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22" extrusionOk="0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5" y="132"/>
                    </a:lnTo>
                    <a:lnTo>
                      <a:pt x="447" y="185"/>
                    </a:lnTo>
                    <a:lnTo>
                      <a:pt x="368" y="237"/>
                    </a:lnTo>
                    <a:lnTo>
                      <a:pt x="289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39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14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21"/>
                    </a:lnTo>
                    <a:lnTo>
                      <a:pt x="40" y="1313"/>
                    </a:lnTo>
                    <a:lnTo>
                      <a:pt x="79" y="1405"/>
                    </a:lnTo>
                    <a:lnTo>
                      <a:pt x="119" y="1496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89" y="1719"/>
                    </a:lnTo>
                    <a:lnTo>
                      <a:pt x="368" y="1785"/>
                    </a:lnTo>
                    <a:lnTo>
                      <a:pt x="447" y="1851"/>
                    </a:lnTo>
                    <a:lnTo>
                      <a:pt x="525" y="1903"/>
                    </a:lnTo>
                    <a:lnTo>
                      <a:pt x="617" y="1942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299" y="1969"/>
                    </a:lnTo>
                    <a:lnTo>
                      <a:pt x="1391" y="1942"/>
                    </a:lnTo>
                    <a:lnTo>
                      <a:pt x="1483" y="1903"/>
                    </a:lnTo>
                    <a:lnTo>
                      <a:pt x="1562" y="1851"/>
                    </a:lnTo>
                    <a:lnTo>
                      <a:pt x="1640" y="1785"/>
                    </a:lnTo>
                    <a:lnTo>
                      <a:pt x="1719" y="1719"/>
                    </a:lnTo>
                    <a:lnTo>
                      <a:pt x="1785" y="1654"/>
                    </a:lnTo>
                    <a:lnTo>
                      <a:pt x="1837" y="1575"/>
                    </a:lnTo>
                    <a:lnTo>
                      <a:pt x="1890" y="1496"/>
                    </a:lnTo>
                    <a:lnTo>
                      <a:pt x="1929" y="1405"/>
                    </a:lnTo>
                    <a:lnTo>
                      <a:pt x="1968" y="1313"/>
                    </a:lnTo>
                    <a:lnTo>
                      <a:pt x="1995" y="1221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14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39"/>
                    </a:lnTo>
                    <a:lnTo>
                      <a:pt x="1837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0" y="237"/>
                    </a:lnTo>
                    <a:lnTo>
                      <a:pt x="1562" y="185"/>
                    </a:lnTo>
                    <a:lnTo>
                      <a:pt x="1483" y="132"/>
                    </a:lnTo>
                    <a:lnTo>
                      <a:pt x="1391" y="80"/>
                    </a:lnTo>
                    <a:lnTo>
                      <a:pt x="1299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45"/>
              <p:cNvSpPr/>
              <p:nvPr/>
            </p:nvSpPr>
            <p:spPr>
              <a:xfrm>
                <a:off x="3304043" y="3122870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52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1"/>
                    </a:lnTo>
                    <a:lnTo>
                      <a:pt x="66" y="1076"/>
                    </a:lnTo>
                    <a:lnTo>
                      <a:pt x="132" y="1207"/>
                    </a:lnTo>
                    <a:lnTo>
                      <a:pt x="224" y="1325"/>
                    </a:lnTo>
                    <a:lnTo>
                      <a:pt x="342" y="1417"/>
                    </a:lnTo>
                    <a:lnTo>
                      <a:pt x="473" y="1496"/>
                    </a:lnTo>
                    <a:lnTo>
                      <a:pt x="617" y="1535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35"/>
                    </a:lnTo>
                    <a:lnTo>
                      <a:pt x="1089" y="1496"/>
                    </a:lnTo>
                    <a:lnTo>
                      <a:pt x="1221" y="1417"/>
                    </a:lnTo>
                    <a:lnTo>
                      <a:pt x="1326" y="1325"/>
                    </a:lnTo>
                    <a:lnTo>
                      <a:pt x="1431" y="1207"/>
                    </a:lnTo>
                    <a:lnTo>
                      <a:pt x="1496" y="1076"/>
                    </a:lnTo>
                    <a:lnTo>
                      <a:pt x="1549" y="931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52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45"/>
              <p:cNvSpPr/>
              <p:nvPr/>
            </p:nvSpPr>
            <p:spPr>
              <a:xfrm>
                <a:off x="3294386" y="3177725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54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54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45"/>
              <p:cNvSpPr/>
              <p:nvPr/>
            </p:nvSpPr>
            <p:spPr>
              <a:xfrm>
                <a:off x="3360083" y="3183846"/>
                <a:ext cx="36062" cy="36062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09" extrusionOk="0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89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998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1"/>
                    </a:lnTo>
                    <a:lnTo>
                      <a:pt x="119" y="1483"/>
                    </a:lnTo>
                    <a:lnTo>
                      <a:pt x="171" y="1562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7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7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62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998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89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45"/>
              <p:cNvSpPr/>
              <p:nvPr/>
            </p:nvSpPr>
            <p:spPr>
              <a:xfrm>
                <a:off x="3364085" y="3187849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696" y="1"/>
                    </a:moveTo>
                    <a:lnTo>
                      <a:pt x="618" y="14"/>
                    </a:lnTo>
                    <a:lnTo>
                      <a:pt x="473" y="66"/>
                    </a:lnTo>
                    <a:lnTo>
                      <a:pt x="342" y="132"/>
                    </a:lnTo>
                    <a:lnTo>
                      <a:pt x="224" y="224"/>
                    </a:lnTo>
                    <a:lnTo>
                      <a:pt x="132" y="342"/>
                    </a:lnTo>
                    <a:lnTo>
                      <a:pt x="67" y="473"/>
                    </a:lnTo>
                    <a:lnTo>
                      <a:pt x="14" y="617"/>
                    </a:lnTo>
                    <a:lnTo>
                      <a:pt x="1" y="696"/>
                    </a:lnTo>
                    <a:lnTo>
                      <a:pt x="1" y="775"/>
                    </a:lnTo>
                    <a:lnTo>
                      <a:pt x="1" y="867"/>
                    </a:lnTo>
                    <a:lnTo>
                      <a:pt x="14" y="932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26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26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32"/>
                    </a:lnTo>
                    <a:lnTo>
                      <a:pt x="1562" y="867"/>
                    </a:lnTo>
                    <a:lnTo>
                      <a:pt x="1562" y="775"/>
                    </a:lnTo>
                    <a:lnTo>
                      <a:pt x="1562" y="696"/>
                    </a:lnTo>
                    <a:lnTo>
                      <a:pt x="1549" y="617"/>
                    </a:lnTo>
                    <a:lnTo>
                      <a:pt x="1496" y="473"/>
                    </a:lnTo>
                    <a:lnTo>
                      <a:pt x="1431" y="342"/>
                    </a:lnTo>
                    <a:lnTo>
                      <a:pt x="1326" y="224"/>
                    </a:lnTo>
                    <a:lnTo>
                      <a:pt x="1221" y="132"/>
                    </a:lnTo>
                    <a:lnTo>
                      <a:pt x="1090" y="66"/>
                    </a:lnTo>
                    <a:lnTo>
                      <a:pt x="932" y="14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45"/>
              <p:cNvSpPr/>
              <p:nvPr/>
            </p:nvSpPr>
            <p:spPr>
              <a:xfrm>
                <a:off x="3126248" y="2186095"/>
                <a:ext cx="42183" cy="41931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36" extrusionOk="0">
                    <a:moveTo>
                      <a:pt x="1050" y="1"/>
                    </a:moveTo>
                    <a:lnTo>
                      <a:pt x="932" y="14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32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0"/>
                    </a:lnTo>
                    <a:lnTo>
                      <a:pt x="198" y="512"/>
                    </a:lnTo>
                    <a:lnTo>
                      <a:pt x="132" y="604"/>
                    </a:lnTo>
                    <a:lnTo>
                      <a:pt x="93" y="709"/>
                    </a:lnTo>
                    <a:lnTo>
                      <a:pt x="53" y="814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86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3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44"/>
                    </a:lnTo>
                    <a:lnTo>
                      <a:pt x="814" y="2283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83"/>
                    </a:lnTo>
                    <a:lnTo>
                      <a:pt x="1628" y="2244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3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86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14"/>
                    </a:lnTo>
                    <a:lnTo>
                      <a:pt x="2244" y="709"/>
                    </a:lnTo>
                    <a:lnTo>
                      <a:pt x="2205" y="604"/>
                    </a:lnTo>
                    <a:lnTo>
                      <a:pt x="2139" y="512"/>
                    </a:lnTo>
                    <a:lnTo>
                      <a:pt x="2074" y="420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32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14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45"/>
              <p:cNvSpPr/>
              <p:nvPr/>
            </p:nvSpPr>
            <p:spPr>
              <a:xfrm>
                <a:off x="3190311" y="2188680"/>
                <a:ext cx="207951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8" extrusionOk="0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45"/>
              <p:cNvSpPr/>
              <p:nvPr/>
            </p:nvSpPr>
            <p:spPr>
              <a:xfrm>
                <a:off x="3126248" y="2272758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45"/>
              <p:cNvSpPr/>
              <p:nvPr/>
            </p:nvSpPr>
            <p:spPr>
              <a:xfrm>
                <a:off x="3190311" y="2275343"/>
                <a:ext cx="207951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1" extrusionOk="0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45"/>
              <p:cNvSpPr/>
              <p:nvPr/>
            </p:nvSpPr>
            <p:spPr>
              <a:xfrm>
                <a:off x="3126248" y="2416394"/>
                <a:ext cx="42183" cy="42183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50" extrusionOk="0">
                    <a:moveTo>
                      <a:pt x="1050" y="1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198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1"/>
                    </a:lnTo>
                    <a:lnTo>
                      <a:pt x="198" y="513"/>
                    </a:lnTo>
                    <a:lnTo>
                      <a:pt x="132" y="618"/>
                    </a:lnTo>
                    <a:lnTo>
                      <a:pt x="93" y="709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9"/>
                    </a:lnTo>
                    <a:lnTo>
                      <a:pt x="1" y="1287"/>
                    </a:lnTo>
                    <a:lnTo>
                      <a:pt x="14" y="1405"/>
                    </a:lnTo>
                    <a:lnTo>
                      <a:pt x="53" y="1523"/>
                    </a:lnTo>
                    <a:lnTo>
                      <a:pt x="93" y="1628"/>
                    </a:lnTo>
                    <a:lnTo>
                      <a:pt x="132" y="1733"/>
                    </a:lnTo>
                    <a:lnTo>
                      <a:pt x="198" y="1825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4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4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5"/>
                    </a:lnTo>
                    <a:lnTo>
                      <a:pt x="2205" y="1733"/>
                    </a:lnTo>
                    <a:lnTo>
                      <a:pt x="2244" y="1628"/>
                    </a:lnTo>
                    <a:lnTo>
                      <a:pt x="2283" y="1523"/>
                    </a:lnTo>
                    <a:lnTo>
                      <a:pt x="2323" y="1405"/>
                    </a:lnTo>
                    <a:lnTo>
                      <a:pt x="2336" y="1287"/>
                    </a:lnTo>
                    <a:lnTo>
                      <a:pt x="2349" y="1169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09"/>
                    </a:lnTo>
                    <a:lnTo>
                      <a:pt x="2205" y="618"/>
                    </a:lnTo>
                    <a:lnTo>
                      <a:pt x="2139" y="513"/>
                    </a:lnTo>
                    <a:lnTo>
                      <a:pt x="2074" y="421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8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45"/>
              <p:cNvSpPr/>
              <p:nvPr/>
            </p:nvSpPr>
            <p:spPr>
              <a:xfrm>
                <a:off x="3190311" y="2418996"/>
                <a:ext cx="207951" cy="36744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7" extrusionOk="0">
                    <a:moveTo>
                      <a:pt x="0" y="0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45"/>
              <p:cNvSpPr/>
              <p:nvPr/>
            </p:nvSpPr>
            <p:spPr>
              <a:xfrm>
                <a:off x="3126248" y="2503056"/>
                <a:ext cx="42183" cy="42183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50" extrusionOk="0">
                    <a:moveTo>
                      <a:pt x="1168" y="1"/>
                    </a:moveTo>
                    <a:lnTo>
                      <a:pt x="1050" y="14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211"/>
                    </a:lnTo>
                    <a:lnTo>
                      <a:pt x="421" y="276"/>
                    </a:lnTo>
                    <a:lnTo>
                      <a:pt x="342" y="342"/>
                    </a:lnTo>
                    <a:lnTo>
                      <a:pt x="263" y="434"/>
                    </a:lnTo>
                    <a:lnTo>
                      <a:pt x="198" y="526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300"/>
                    </a:lnTo>
                    <a:lnTo>
                      <a:pt x="14" y="1418"/>
                    </a:lnTo>
                    <a:lnTo>
                      <a:pt x="53" y="1523"/>
                    </a:lnTo>
                    <a:lnTo>
                      <a:pt x="93" y="1641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8"/>
                    </a:lnTo>
                    <a:lnTo>
                      <a:pt x="421" y="2087"/>
                    </a:lnTo>
                    <a:lnTo>
                      <a:pt x="512" y="2152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49"/>
                    </a:lnTo>
                    <a:lnTo>
                      <a:pt x="1286" y="2349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52"/>
                    </a:lnTo>
                    <a:lnTo>
                      <a:pt x="1916" y="2087"/>
                    </a:lnTo>
                    <a:lnTo>
                      <a:pt x="1995" y="2008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41"/>
                    </a:lnTo>
                    <a:lnTo>
                      <a:pt x="2283" y="1523"/>
                    </a:lnTo>
                    <a:lnTo>
                      <a:pt x="2323" y="1418"/>
                    </a:lnTo>
                    <a:lnTo>
                      <a:pt x="2336" y="1300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6"/>
                    </a:lnTo>
                    <a:lnTo>
                      <a:pt x="2074" y="434"/>
                    </a:lnTo>
                    <a:lnTo>
                      <a:pt x="1995" y="342"/>
                    </a:lnTo>
                    <a:lnTo>
                      <a:pt x="1916" y="276"/>
                    </a:lnTo>
                    <a:lnTo>
                      <a:pt x="1824" y="211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4"/>
                    </a:lnTo>
                    <a:lnTo>
                      <a:pt x="11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45"/>
              <p:cNvSpPr/>
              <p:nvPr/>
            </p:nvSpPr>
            <p:spPr>
              <a:xfrm>
                <a:off x="3190311" y="2505659"/>
                <a:ext cx="207951" cy="36977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0" extrusionOk="0">
                    <a:moveTo>
                      <a:pt x="0" y="0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45"/>
              <p:cNvSpPr/>
              <p:nvPr/>
            </p:nvSpPr>
            <p:spPr>
              <a:xfrm>
                <a:off x="3126248" y="2646710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050" y="0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73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73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45"/>
              <p:cNvSpPr/>
              <p:nvPr/>
            </p:nvSpPr>
            <p:spPr>
              <a:xfrm>
                <a:off x="3190311" y="2649295"/>
                <a:ext cx="207951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1" extrusionOk="0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45"/>
              <p:cNvSpPr/>
              <p:nvPr/>
            </p:nvSpPr>
            <p:spPr>
              <a:xfrm>
                <a:off x="3126248" y="2733373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6"/>
                    </a:lnTo>
                    <a:lnTo>
                      <a:pt x="814" y="66"/>
                    </a:lnTo>
                    <a:lnTo>
                      <a:pt x="709" y="105"/>
                    </a:lnTo>
                    <a:lnTo>
                      <a:pt x="604" y="144"/>
                    </a:lnTo>
                    <a:lnTo>
                      <a:pt x="512" y="210"/>
                    </a:lnTo>
                    <a:lnTo>
                      <a:pt x="421" y="276"/>
                    </a:lnTo>
                    <a:lnTo>
                      <a:pt x="342" y="354"/>
                    </a:lnTo>
                    <a:lnTo>
                      <a:pt x="263" y="433"/>
                    </a:lnTo>
                    <a:lnTo>
                      <a:pt x="198" y="525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35"/>
                    </a:lnTo>
                    <a:lnTo>
                      <a:pt x="93" y="1640"/>
                    </a:lnTo>
                    <a:lnTo>
                      <a:pt x="132" y="1745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7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17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35"/>
                    </a:lnTo>
                    <a:lnTo>
                      <a:pt x="1050" y="2348"/>
                    </a:lnTo>
                    <a:lnTo>
                      <a:pt x="1286" y="2348"/>
                    </a:lnTo>
                    <a:lnTo>
                      <a:pt x="1405" y="2335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17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7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45"/>
                    </a:lnTo>
                    <a:lnTo>
                      <a:pt x="2244" y="1640"/>
                    </a:lnTo>
                    <a:lnTo>
                      <a:pt x="2283" y="1535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5"/>
                    </a:lnTo>
                    <a:lnTo>
                      <a:pt x="2074" y="433"/>
                    </a:lnTo>
                    <a:lnTo>
                      <a:pt x="1995" y="354"/>
                    </a:lnTo>
                    <a:lnTo>
                      <a:pt x="1916" y="276"/>
                    </a:lnTo>
                    <a:lnTo>
                      <a:pt x="1824" y="210"/>
                    </a:lnTo>
                    <a:lnTo>
                      <a:pt x="1732" y="144"/>
                    </a:lnTo>
                    <a:lnTo>
                      <a:pt x="1628" y="105"/>
                    </a:lnTo>
                    <a:lnTo>
                      <a:pt x="1523" y="66"/>
                    </a:lnTo>
                    <a:lnTo>
                      <a:pt x="1405" y="26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45"/>
              <p:cNvSpPr/>
              <p:nvPr/>
            </p:nvSpPr>
            <p:spPr>
              <a:xfrm>
                <a:off x="3190311" y="2736191"/>
                <a:ext cx="207951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8" extrusionOk="0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45"/>
              <p:cNvSpPr/>
              <p:nvPr/>
            </p:nvSpPr>
            <p:spPr>
              <a:xfrm>
                <a:off x="3076562" y="236719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0"/>
                    </a:moveTo>
                    <a:lnTo>
                      <a:pt x="20689" y="0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45"/>
              <p:cNvSpPr/>
              <p:nvPr/>
            </p:nvSpPr>
            <p:spPr>
              <a:xfrm>
                <a:off x="3076562" y="259607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45"/>
              <p:cNvSpPr/>
              <p:nvPr/>
            </p:nvSpPr>
            <p:spPr>
              <a:xfrm>
                <a:off x="3076562" y="281366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45"/>
              <p:cNvSpPr/>
              <p:nvPr/>
            </p:nvSpPr>
            <p:spPr>
              <a:xfrm>
                <a:off x="3128133" y="2857461"/>
                <a:ext cx="134248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61" extrusionOk="0">
                    <a:moveTo>
                      <a:pt x="1" y="1"/>
                    </a:moveTo>
                    <a:lnTo>
                      <a:pt x="1" y="2061"/>
                    </a:lnTo>
                    <a:lnTo>
                      <a:pt x="7479" y="2061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45"/>
              <p:cNvSpPr/>
              <p:nvPr/>
            </p:nvSpPr>
            <p:spPr>
              <a:xfrm>
                <a:off x="3128133" y="2922691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45"/>
              <p:cNvSpPr/>
              <p:nvPr/>
            </p:nvSpPr>
            <p:spPr>
              <a:xfrm>
                <a:off x="3128133" y="2987688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45"/>
              <p:cNvSpPr/>
              <p:nvPr/>
            </p:nvSpPr>
            <p:spPr>
              <a:xfrm>
                <a:off x="3128133" y="3052685"/>
                <a:ext cx="134248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61" extrusionOk="0">
                    <a:moveTo>
                      <a:pt x="1" y="1"/>
                    </a:moveTo>
                    <a:lnTo>
                      <a:pt x="1" y="2060"/>
                    </a:lnTo>
                    <a:lnTo>
                      <a:pt x="7479" y="2060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45"/>
              <p:cNvSpPr/>
              <p:nvPr/>
            </p:nvSpPr>
            <p:spPr>
              <a:xfrm>
                <a:off x="3128133" y="3117916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45"/>
              <p:cNvSpPr/>
              <p:nvPr/>
            </p:nvSpPr>
            <p:spPr>
              <a:xfrm>
                <a:off x="3128133" y="3182913"/>
                <a:ext cx="134248" cy="36744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7" extrusionOk="0">
                    <a:moveTo>
                      <a:pt x="1" y="0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3" name="Google Shape;2393;p45"/>
            <p:cNvGrpSpPr/>
            <p:nvPr/>
          </p:nvGrpSpPr>
          <p:grpSpPr>
            <a:xfrm>
              <a:off x="4962121" y="2452285"/>
              <a:ext cx="1066388" cy="666717"/>
              <a:chOff x="5097171" y="2413221"/>
              <a:chExt cx="931587" cy="582388"/>
            </a:xfrm>
          </p:grpSpPr>
          <p:sp>
            <p:nvSpPr>
              <p:cNvPr id="2394" name="Google Shape;2394;p45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519" extrusionOk="0">
                    <a:moveTo>
                      <a:pt x="0" y="1"/>
                    </a:moveTo>
                    <a:lnTo>
                      <a:pt x="0" y="29518"/>
                    </a:lnTo>
                    <a:lnTo>
                      <a:pt x="51899" y="29518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45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519" fill="none" extrusionOk="0">
                    <a:moveTo>
                      <a:pt x="51899" y="29518"/>
                    </a:moveTo>
                    <a:lnTo>
                      <a:pt x="0" y="29518"/>
                    </a:lnTo>
                    <a:lnTo>
                      <a:pt x="0" y="1"/>
                    </a:lnTo>
                    <a:lnTo>
                      <a:pt x="51899" y="1"/>
                    </a:lnTo>
                    <a:lnTo>
                      <a:pt x="51899" y="2951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45"/>
              <p:cNvSpPr/>
              <p:nvPr/>
            </p:nvSpPr>
            <p:spPr>
              <a:xfrm>
                <a:off x="5097171" y="2865364"/>
                <a:ext cx="931587" cy="130245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7256" extrusionOk="0">
                    <a:moveTo>
                      <a:pt x="0" y="0"/>
                    </a:moveTo>
                    <a:lnTo>
                      <a:pt x="0" y="7255"/>
                    </a:lnTo>
                    <a:lnTo>
                      <a:pt x="51899" y="7255"/>
                    </a:lnTo>
                    <a:lnTo>
                      <a:pt x="518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45"/>
              <p:cNvSpPr/>
              <p:nvPr/>
            </p:nvSpPr>
            <p:spPr>
              <a:xfrm>
                <a:off x="5125658" y="2917885"/>
                <a:ext cx="745338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41523" h="1391" extrusionOk="0">
                    <a:moveTo>
                      <a:pt x="1" y="0"/>
                    </a:moveTo>
                    <a:lnTo>
                      <a:pt x="1" y="1391"/>
                    </a:lnTo>
                    <a:lnTo>
                      <a:pt x="41522" y="1391"/>
                    </a:lnTo>
                    <a:lnTo>
                      <a:pt x="415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5"/>
              <p:cNvSpPr/>
              <p:nvPr/>
            </p:nvSpPr>
            <p:spPr>
              <a:xfrm>
                <a:off x="5125658" y="2917885"/>
                <a:ext cx="372552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20755" h="1391" extrusionOk="0">
                    <a:moveTo>
                      <a:pt x="1" y="0"/>
                    </a:moveTo>
                    <a:lnTo>
                      <a:pt x="1" y="1391"/>
                    </a:lnTo>
                    <a:lnTo>
                      <a:pt x="20755" y="1391"/>
                    </a:lnTo>
                    <a:lnTo>
                      <a:pt x="207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5"/>
              <p:cNvSpPr/>
              <p:nvPr/>
            </p:nvSpPr>
            <p:spPr>
              <a:xfrm>
                <a:off x="5956689" y="2917885"/>
                <a:ext cx="11093" cy="6139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42" extrusionOk="0">
                    <a:moveTo>
                      <a:pt x="1" y="0"/>
                    </a:moveTo>
                    <a:lnTo>
                      <a:pt x="1" y="341"/>
                    </a:lnTo>
                    <a:lnTo>
                      <a:pt x="171" y="341"/>
                    </a:lnTo>
                    <a:lnTo>
                      <a:pt x="171" y="184"/>
                    </a:lnTo>
                    <a:lnTo>
                      <a:pt x="617" y="184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5"/>
              <p:cNvSpPr/>
              <p:nvPr/>
            </p:nvSpPr>
            <p:spPr>
              <a:xfrm>
                <a:off x="5989196" y="2917885"/>
                <a:ext cx="11075" cy="6139"/>
              </a:xfrm>
              <a:custGeom>
                <a:avLst/>
                <a:gdLst/>
                <a:ahLst/>
                <a:cxnLst/>
                <a:rect l="l" t="t" r="r" b="b"/>
                <a:pathLst>
                  <a:path w="617" h="342" extrusionOk="0">
                    <a:moveTo>
                      <a:pt x="0" y="0"/>
                    </a:moveTo>
                    <a:lnTo>
                      <a:pt x="0" y="184"/>
                    </a:lnTo>
                    <a:lnTo>
                      <a:pt x="446" y="184"/>
                    </a:lnTo>
                    <a:lnTo>
                      <a:pt x="446" y="341"/>
                    </a:lnTo>
                    <a:lnTo>
                      <a:pt x="617" y="341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5"/>
              <p:cNvSpPr/>
              <p:nvPr/>
            </p:nvSpPr>
            <p:spPr>
              <a:xfrm>
                <a:off x="5989196" y="2936948"/>
                <a:ext cx="11075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617" h="329" extrusionOk="0">
                    <a:moveTo>
                      <a:pt x="446" y="1"/>
                    </a:moveTo>
                    <a:lnTo>
                      <a:pt x="446" y="158"/>
                    </a:lnTo>
                    <a:lnTo>
                      <a:pt x="0" y="158"/>
                    </a:lnTo>
                    <a:lnTo>
                      <a:pt x="0" y="329"/>
                    </a:lnTo>
                    <a:lnTo>
                      <a:pt x="617" y="329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5"/>
              <p:cNvSpPr/>
              <p:nvPr/>
            </p:nvSpPr>
            <p:spPr>
              <a:xfrm>
                <a:off x="5956689" y="2936948"/>
                <a:ext cx="11093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29" extrusionOk="0">
                    <a:moveTo>
                      <a:pt x="1" y="1"/>
                    </a:moveTo>
                    <a:lnTo>
                      <a:pt x="1" y="329"/>
                    </a:lnTo>
                    <a:lnTo>
                      <a:pt x="617" y="329"/>
                    </a:lnTo>
                    <a:lnTo>
                      <a:pt x="617" y="158"/>
                    </a:lnTo>
                    <a:lnTo>
                      <a:pt x="171" y="158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5"/>
              <p:cNvSpPr/>
              <p:nvPr/>
            </p:nvSpPr>
            <p:spPr>
              <a:xfrm>
                <a:off x="5890292" y="2917885"/>
                <a:ext cx="47101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391" extrusionOk="0">
                    <a:moveTo>
                      <a:pt x="0" y="0"/>
                    </a:moveTo>
                    <a:lnTo>
                      <a:pt x="0" y="1391"/>
                    </a:lnTo>
                    <a:lnTo>
                      <a:pt x="2624" y="1391"/>
                    </a:lnTo>
                    <a:lnTo>
                      <a:pt x="26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5"/>
              <p:cNvSpPr/>
              <p:nvPr/>
            </p:nvSpPr>
            <p:spPr>
              <a:xfrm>
                <a:off x="5907237" y="2922121"/>
                <a:ext cx="15796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880" h="932" extrusionOk="0">
                    <a:moveTo>
                      <a:pt x="1" y="0"/>
                    </a:moveTo>
                    <a:lnTo>
                      <a:pt x="1" y="459"/>
                    </a:lnTo>
                    <a:lnTo>
                      <a:pt x="1" y="932"/>
                    </a:lnTo>
                    <a:lnTo>
                      <a:pt x="447" y="695"/>
                    </a:lnTo>
                    <a:lnTo>
                      <a:pt x="880" y="459"/>
                    </a:lnTo>
                    <a:lnTo>
                      <a:pt x="447" y="22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5"/>
              <p:cNvSpPr/>
              <p:nvPr/>
            </p:nvSpPr>
            <p:spPr>
              <a:xfrm>
                <a:off x="5097171" y="2413221"/>
                <a:ext cx="931587" cy="52540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27" extrusionOk="0">
                    <a:moveTo>
                      <a:pt x="0" y="1"/>
                    </a:moveTo>
                    <a:lnTo>
                      <a:pt x="0" y="2927"/>
                    </a:lnTo>
                    <a:lnTo>
                      <a:pt x="51899" y="2927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5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extrusionOk="0"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5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fill="none" extrusionOk="0">
                    <a:moveTo>
                      <a:pt x="5720" y="1"/>
                    </a:moveTo>
                    <a:lnTo>
                      <a:pt x="5720" y="1"/>
                    </a:lnTo>
                    <a:lnTo>
                      <a:pt x="5982" y="1"/>
                    </a:lnTo>
                    <a:lnTo>
                      <a:pt x="6245" y="14"/>
                    </a:lnTo>
                    <a:lnTo>
                      <a:pt x="6507" y="53"/>
                    </a:lnTo>
                    <a:lnTo>
                      <a:pt x="6756" y="93"/>
                    </a:lnTo>
                    <a:lnTo>
                      <a:pt x="7019" y="145"/>
                    </a:lnTo>
                    <a:lnTo>
                      <a:pt x="7268" y="197"/>
                    </a:lnTo>
                    <a:lnTo>
                      <a:pt x="7504" y="276"/>
                    </a:lnTo>
                    <a:lnTo>
                      <a:pt x="7740" y="355"/>
                    </a:lnTo>
                    <a:lnTo>
                      <a:pt x="7976" y="460"/>
                    </a:lnTo>
                    <a:lnTo>
                      <a:pt x="8213" y="552"/>
                    </a:lnTo>
                    <a:lnTo>
                      <a:pt x="8436" y="670"/>
                    </a:lnTo>
                    <a:lnTo>
                      <a:pt x="8659" y="801"/>
                    </a:lnTo>
                    <a:lnTo>
                      <a:pt x="8868" y="932"/>
                    </a:lnTo>
                    <a:lnTo>
                      <a:pt x="9078" y="1063"/>
                    </a:lnTo>
                    <a:lnTo>
                      <a:pt x="9275" y="1221"/>
                    </a:lnTo>
                    <a:lnTo>
                      <a:pt x="9472" y="1378"/>
                    </a:lnTo>
                    <a:lnTo>
                      <a:pt x="9656" y="1549"/>
                    </a:lnTo>
                    <a:lnTo>
                      <a:pt x="9839" y="1719"/>
                    </a:lnTo>
                    <a:lnTo>
                      <a:pt x="10010" y="1903"/>
                    </a:lnTo>
                    <a:lnTo>
                      <a:pt x="10167" y="2087"/>
                    </a:lnTo>
                    <a:lnTo>
                      <a:pt x="10325" y="2283"/>
                    </a:lnTo>
                    <a:lnTo>
                      <a:pt x="10482" y="2493"/>
                    </a:lnTo>
                    <a:lnTo>
                      <a:pt x="10613" y="2703"/>
                    </a:lnTo>
                    <a:lnTo>
                      <a:pt x="10745" y="2913"/>
                    </a:lnTo>
                    <a:lnTo>
                      <a:pt x="10863" y="3136"/>
                    </a:lnTo>
                    <a:lnTo>
                      <a:pt x="10981" y="3372"/>
                    </a:lnTo>
                    <a:lnTo>
                      <a:pt x="11072" y="3595"/>
                    </a:lnTo>
                    <a:lnTo>
                      <a:pt x="11164" y="3845"/>
                    </a:lnTo>
                    <a:lnTo>
                      <a:pt x="11256" y="4081"/>
                    </a:lnTo>
                    <a:lnTo>
                      <a:pt x="11322" y="4330"/>
                    </a:lnTo>
                    <a:lnTo>
                      <a:pt x="11374" y="4579"/>
                    </a:lnTo>
                    <a:lnTo>
                      <a:pt x="11427" y="4842"/>
                    </a:lnTo>
                    <a:lnTo>
                      <a:pt x="11427" y="4842"/>
                    </a:lnTo>
                    <a:lnTo>
                      <a:pt x="11610" y="4789"/>
                    </a:lnTo>
                    <a:lnTo>
                      <a:pt x="11794" y="4763"/>
                    </a:lnTo>
                    <a:lnTo>
                      <a:pt x="11991" y="4750"/>
                    </a:lnTo>
                    <a:lnTo>
                      <a:pt x="12188" y="4737"/>
                    </a:lnTo>
                    <a:lnTo>
                      <a:pt x="12188" y="4737"/>
                    </a:lnTo>
                    <a:lnTo>
                      <a:pt x="12384" y="4750"/>
                    </a:lnTo>
                    <a:lnTo>
                      <a:pt x="12581" y="4763"/>
                    </a:lnTo>
                    <a:lnTo>
                      <a:pt x="12778" y="4789"/>
                    </a:lnTo>
                    <a:lnTo>
                      <a:pt x="12988" y="4842"/>
                    </a:lnTo>
                    <a:lnTo>
                      <a:pt x="12988" y="4842"/>
                    </a:lnTo>
                    <a:lnTo>
                      <a:pt x="13040" y="4579"/>
                    </a:lnTo>
                    <a:lnTo>
                      <a:pt x="13093" y="4330"/>
                    </a:lnTo>
                    <a:lnTo>
                      <a:pt x="13172" y="4081"/>
                    </a:lnTo>
                    <a:lnTo>
                      <a:pt x="13250" y="3845"/>
                    </a:lnTo>
                    <a:lnTo>
                      <a:pt x="13342" y="3608"/>
                    </a:lnTo>
                    <a:lnTo>
                      <a:pt x="13434" y="3385"/>
                    </a:lnTo>
                    <a:lnTo>
                      <a:pt x="13552" y="3162"/>
                    </a:lnTo>
                    <a:lnTo>
                      <a:pt x="13670" y="2939"/>
                    </a:lnTo>
                    <a:lnTo>
                      <a:pt x="13801" y="2729"/>
                    </a:lnTo>
                    <a:lnTo>
                      <a:pt x="13932" y="2520"/>
                    </a:lnTo>
                    <a:lnTo>
                      <a:pt x="14077" y="2323"/>
                    </a:lnTo>
                    <a:lnTo>
                      <a:pt x="14234" y="2126"/>
                    </a:lnTo>
                    <a:lnTo>
                      <a:pt x="14392" y="1942"/>
                    </a:lnTo>
                    <a:lnTo>
                      <a:pt x="14562" y="1759"/>
                    </a:lnTo>
                    <a:lnTo>
                      <a:pt x="14746" y="1588"/>
                    </a:lnTo>
                    <a:lnTo>
                      <a:pt x="14929" y="1431"/>
                    </a:lnTo>
                    <a:lnTo>
                      <a:pt x="15113" y="1273"/>
                    </a:lnTo>
                    <a:lnTo>
                      <a:pt x="15310" y="1129"/>
                    </a:lnTo>
                    <a:lnTo>
                      <a:pt x="15520" y="985"/>
                    </a:lnTo>
                    <a:lnTo>
                      <a:pt x="15730" y="853"/>
                    </a:lnTo>
                    <a:lnTo>
                      <a:pt x="15940" y="735"/>
                    </a:lnTo>
                    <a:lnTo>
                      <a:pt x="16163" y="617"/>
                    </a:lnTo>
                    <a:lnTo>
                      <a:pt x="16399" y="525"/>
                    </a:lnTo>
                    <a:lnTo>
                      <a:pt x="16622" y="420"/>
                    </a:lnTo>
                    <a:lnTo>
                      <a:pt x="16858" y="342"/>
                    </a:lnTo>
                    <a:lnTo>
                      <a:pt x="17107" y="276"/>
                    </a:lnTo>
                    <a:lnTo>
                      <a:pt x="17343" y="211"/>
                    </a:lnTo>
                    <a:lnTo>
                      <a:pt x="17593" y="158"/>
                    </a:lnTo>
                    <a:lnTo>
                      <a:pt x="17855" y="119"/>
                    </a:lnTo>
                    <a:lnTo>
                      <a:pt x="18104" y="79"/>
                    </a:lnTo>
                    <a:lnTo>
                      <a:pt x="18367" y="66"/>
                    </a:lnTo>
                    <a:lnTo>
                      <a:pt x="18629" y="53"/>
                    </a:lnTo>
                    <a:lnTo>
                      <a:pt x="18629" y="53"/>
                    </a:lnTo>
                    <a:lnTo>
                      <a:pt x="18918" y="66"/>
                    </a:lnTo>
                    <a:lnTo>
                      <a:pt x="19219" y="93"/>
                    </a:lnTo>
                    <a:lnTo>
                      <a:pt x="19508" y="119"/>
                    </a:lnTo>
                    <a:lnTo>
                      <a:pt x="19783" y="171"/>
                    </a:lnTo>
                    <a:lnTo>
                      <a:pt x="20059" y="237"/>
                    </a:lnTo>
                    <a:lnTo>
                      <a:pt x="20334" y="316"/>
                    </a:lnTo>
                    <a:lnTo>
                      <a:pt x="20610" y="394"/>
                    </a:lnTo>
                    <a:lnTo>
                      <a:pt x="20859" y="499"/>
                    </a:lnTo>
                    <a:lnTo>
                      <a:pt x="21122" y="617"/>
                    </a:lnTo>
                    <a:lnTo>
                      <a:pt x="21371" y="735"/>
                    </a:lnTo>
                    <a:lnTo>
                      <a:pt x="21607" y="880"/>
                    </a:lnTo>
                    <a:lnTo>
                      <a:pt x="21843" y="1024"/>
                    </a:lnTo>
                    <a:lnTo>
                      <a:pt x="22066" y="1181"/>
                    </a:lnTo>
                    <a:lnTo>
                      <a:pt x="22289" y="1352"/>
                    </a:lnTo>
                    <a:lnTo>
                      <a:pt x="22499" y="1536"/>
                    </a:lnTo>
                    <a:lnTo>
                      <a:pt x="22696" y="1732"/>
                    </a:lnTo>
                    <a:lnTo>
                      <a:pt x="22893" y="1929"/>
                    </a:lnTo>
                    <a:lnTo>
                      <a:pt x="23076" y="2139"/>
                    </a:lnTo>
                    <a:lnTo>
                      <a:pt x="23247" y="2349"/>
                    </a:lnTo>
                    <a:lnTo>
                      <a:pt x="23404" y="2572"/>
                    </a:lnTo>
                    <a:lnTo>
                      <a:pt x="23562" y="2808"/>
                    </a:lnTo>
                    <a:lnTo>
                      <a:pt x="23693" y="3044"/>
                    </a:lnTo>
                    <a:lnTo>
                      <a:pt x="23824" y="3294"/>
                    </a:lnTo>
                    <a:lnTo>
                      <a:pt x="23942" y="3543"/>
                    </a:lnTo>
                    <a:lnTo>
                      <a:pt x="24047" y="3805"/>
                    </a:lnTo>
                    <a:lnTo>
                      <a:pt x="24139" y="4081"/>
                    </a:lnTo>
                    <a:lnTo>
                      <a:pt x="24218" y="4343"/>
                    </a:lnTo>
                    <a:lnTo>
                      <a:pt x="24283" y="4632"/>
                    </a:lnTo>
                    <a:lnTo>
                      <a:pt x="24336" y="4907"/>
                    </a:lnTo>
                    <a:lnTo>
                      <a:pt x="24375" y="5196"/>
                    </a:lnTo>
                    <a:lnTo>
                      <a:pt x="24401" y="5484"/>
                    </a:lnTo>
                    <a:lnTo>
                      <a:pt x="24401" y="5786"/>
                    </a:lnTo>
                    <a:lnTo>
                      <a:pt x="24401" y="5786"/>
                    </a:lnTo>
                    <a:lnTo>
                      <a:pt x="24401" y="6075"/>
                    </a:lnTo>
                    <a:lnTo>
                      <a:pt x="24375" y="6377"/>
                    </a:lnTo>
                    <a:lnTo>
                      <a:pt x="24336" y="6652"/>
                    </a:lnTo>
                    <a:lnTo>
                      <a:pt x="24296" y="6941"/>
                    </a:lnTo>
                    <a:lnTo>
                      <a:pt x="24231" y="7216"/>
                    </a:lnTo>
                    <a:lnTo>
                      <a:pt x="24152" y="7492"/>
                    </a:lnTo>
                    <a:lnTo>
                      <a:pt x="24060" y="7754"/>
                    </a:lnTo>
                    <a:lnTo>
                      <a:pt x="23968" y="8016"/>
                    </a:lnTo>
                    <a:lnTo>
                      <a:pt x="23850" y="8279"/>
                    </a:lnTo>
                    <a:lnTo>
                      <a:pt x="23719" y="8528"/>
                    </a:lnTo>
                    <a:lnTo>
                      <a:pt x="23588" y="8764"/>
                    </a:lnTo>
                    <a:lnTo>
                      <a:pt x="23431" y="9000"/>
                    </a:lnTo>
                    <a:lnTo>
                      <a:pt x="23273" y="9223"/>
                    </a:lnTo>
                    <a:lnTo>
                      <a:pt x="23103" y="9446"/>
                    </a:lnTo>
                    <a:lnTo>
                      <a:pt x="22932" y="9656"/>
                    </a:lnTo>
                    <a:lnTo>
                      <a:pt x="22735" y="9853"/>
                    </a:lnTo>
                    <a:lnTo>
                      <a:pt x="22538" y="10050"/>
                    </a:lnTo>
                    <a:lnTo>
                      <a:pt x="22329" y="10234"/>
                    </a:lnTo>
                    <a:lnTo>
                      <a:pt x="22119" y="10404"/>
                    </a:lnTo>
                    <a:lnTo>
                      <a:pt x="21882" y="10561"/>
                    </a:lnTo>
                    <a:lnTo>
                      <a:pt x="21659" y="10719"/>
                    </a:lnTo>
                    <a:lnTo>
                      <a:pt x="21410" y="10850"/>
                    </a:lnTo>
                    <a:lnTo>
                      <a:pt x="21174" y="10981"/>
                    </a:lnTo>
                    <a:lnTo>
                      <a:pt x="20912" y="11099"/>
                    </a:lnTo>
                    <a:lnTo>
                      <a:pt x="20649" y="11204"/>
                    </a:lnTo>
                    <a:lnTo>
                      <a:pt x="20387" y="11296"/>
                    </a:lnTo>
                    <a:lnTo>
                      <a:pt x="20111" y="11375"/>
                    </a:lnTo>
                    <a:lnTo>
                      <a:pt x="19836" y="11440"/>
                    </a:lnTo>
                    <a:lnTo>
                      <a:pt x="19560" y="11493"/>
                    </a:lnTo>
                    <a:lnTo>
                      <a:pt x="19272" y="11532"/>
                    </a:lnTo>
                    <a:lnTo>
                      <a:pt x="18970" y="11545"/>
                    </a:lnTo>
                    <a:lnTo>
                      <a:pt x="18681" y="11559"/>
                    </a:lnTo>
                    <a:lnTo>
                      <a:pt x="18681" y="11559"/>
                    </a:lnTo>
                    <a:lnTo>
                      <a:pt x="18393" y="11559"/>
                    </a:lnTo>
                    <a:lnTo>
                      <a:pt x="18104" y="11532"/>
                    </a:lnTo>
                    <a:lnTo>
                      <a:pt x="17829" y="11506"/>
                    </a:lnTo>
                    <a:lnTo>
                      <a:pt x="17553" y="11454"/>
                    </a:lnTo>
                    <a:lnTo>
                      <a:pt x="17278" y="11388"/>
                    </a:lnTo>
                    <a:lnTo>
                      <a:pt x="17002" y="11322"/>
                    </a:lnTo>
                    <a:lnTo>
                      <a:pt x="16740" y="11231"/>
                    </a:lnTo>
                    <a:lnTo>
                      <a:pt x="16491" y="11139"/>
                    </a:lnTo>
                    <a:lnTo>
                      <a:pt x="16241" y="11034"/>
                    </a:lnTo>
                    <a:lnTo>
                      <a:pt x="15992" y="10903"/>
                    </a:lnTo>
                    <a:lnTo>
                      <a:pt x="15756" y="10771"/>
                    </a:lnTo>
                    <a:lnTo>
                      <a:pt x="15520" y="10627"/>
                    </a:lnTo>
                    <a:lnTo>
                      <a:pt x="15297" y="10483"/>
                    </a:lnTo>
                    <a:lnTo>
                      <a:pt x="15087" y="10312"/>
                    </a:lnTo>
                    <a:lnTo>
                      <a:pt x="14877" y="10142"/>
                    </a:lnTo>
                    <a:lnTo>
                      <a:pt x="14680" y="9958"/>
                    </a:lnTo>
                    <a:lnTo>
                      <a:pt x="14483" y="9774"/>
                    </a:lnTo>
                    <a:lnTo>
                      <a:pt x="14313" y="9564"/>
                    </a:lnTo>
                    <a:lnTo>
                      <a:pt x="14129" y="9355"/>
                    </a:lnTo>
                    <a:lnTo>
                      <a:pt x="13972" y="9145"/>
                    </a:lnTo>
                    <a:lnTo>
                      <a:pt x="13814" y="8922"/>
                    </a:lnTo>
                    <a:lnTo>
                      <a:pt x="13683" y="8685"/>
                    </a:lnTo>
                    <a:lnTo>
                      <a:pt x="13552" y="8449"/>
                    </a:lnTo>
                    <a:lnTo>
                      <a:pt x="13434" y="8200"/>
                    </a:lnTo>
                    <a:lnTo>
                      <a:pt x="13316" y="7951"/>
                    </a:lnTo>
                    <a:lnTo>
                      <a:pt x="13224" y="7688"/>
                    </a:lnTo>
                    <a:lnTo>
                      <a:pt x="13132" y="7426"/>
                    </a:lnTo>
                    <a:lnTo>
                      <a:pt x="13067" y="7151"/>
                    </a:lnTo>
                    <a:lnTo>
                      <a:pt x="13001" y="6875"/>
                    </a:lnTo>
                    <a:lnTo>
                      <a:pt x="12962" y="6600"/>
                    </a:lnTo>
                    <a:lnTo>
                      <a:pt x="12922" y="6311"/>
                    </a:lnTo>
                    <a:lnTo>
                      <a:pt x="12909" y="6022"/>
                    </a:lnTo>
                    <a:lnTo>
                      <a:pt x="12909" y="6022"/>
                    </a:lnTo>
                    <a:lnTo>
                      <a:pt x="12725" y="5970"/>
                    </a:lnTo>
                    <a:lnTo>
                      <a:pt x="12542" y="5930"/>
                    </a:lnTo>
                    <a:lnTo>
                      <a:pt x="12358" y="5904"/>
                    </a:lnTo>
                    <a:lnTo>
                      <a:pt x="12188" y="5904"/>
                    </a:lnTo>
                    <a:lnTo>
                      <a:pt x="12188" y="5904"/>
                    </a:lnTo>
                    <a:lnTo>
                      <a:pt x="11978" y="5917"/>
                    </a:lnTo>
                    <a:lnTo>
                      <a:pt x="11781" y="5944"/>
                    </a:lnTo>
                    <a:lnTo>
                      <a:pt x="11623" y="5996"/>
                    </a:lnTo>
                    <a:lnTo>
                      <a:pt x="11492" y="6049"/>
                    </a:lnTo>
                    <a:lnTo>
                      <a:pt x="11492" y="6049"/>
                    </a:lnTo>
                    <a:lnTo>
                      <a:pt x="11466" y="6324"/>
                    </a:lnTo>
                    <a:lnTo>
                      <a:pt x="11427" y="6600"/>
                    </a:lnTo>
                    <a:lnTo>
                      <a:pt x="11387" y="6875"/>
                    </a:lnTo>
                    <a:lnTo>
                      <a:pt x="11322" y="7137"/>
                    </a:lnTo>
                    <a:lnTo>
                      <a:pt x="11243" y="7413"/>
                    </a:lnTo>
                    <a:lnTo>
                      <a:pt x="11164" y="7662"/>
                    </a:lnTo>
                    <a:lnTo>
                      <a:pt x="11059" y="7925"/>
                    </a:lnTo>
                    <a:lnTo>
                      <a:pt x="10954" y="8161"/>
                    </a:lnTo>
                    <a:lnTo>
                      <a:pt x="10836" y="8410"/>
                    </a:lnTo>
                    <a:lnTo>
                      <a:pt x="10705" y="8646"/>
                    </a:lnTo>
                    <a:lnTo>
                      <a:pt x="10561" y="8869"/>
                    </a:lnTo>
                    <a:lnTo>
                      <a:pt x="10417" y="9092"/>
                    </a:lnTo>
                    <a:lnTo>
                      <a:pt x="10246" y="9302"/>
                    </a:lnTo>
                    <a:lnTo>
                      <a:pt x="10075" y="9512"/>
                    </a:lnTo>
                    <a:lnTo>
                      <a:pt x="9905" y="9709"/>
                    </a:lnTo>
                    <a:lnTo>
                      <a:pt x="9708" y="9892"/>
                    </a:lnTo>
                    <a:lnTo>
                      <a:pt x="9511" y="10076"/>
                    </a:lnTo>
                    <a:lnTo>
                      <a:pt x="9301" y="10247"/>
                    </a:lnTo>
                    <a:lnTo>
                      <a:pt x="9092" y="10404"/>
                    </a:lnTo>
                    <a:lnTo>
                      <a:pt x="8868" y="10561"/>
                    </a:lnTo>
                    <a:lnTo>
                      <a:pt x="8645" y="10706"/>
                    </a:lnTo>
                    <a:lnTo>
                      <a:pt x="8409" y="10837"/>
                    </a:lnTo>
                    <a:lnTo>
                      <a:pt x="8173" y="10955"/>
                    </a:lnTo>
                    <a:lnTo>
                      <a:pt x="7924" y="11060"/>
                    </a:lnTo>
                    <a:lnTo>
                      <a:pt x="7675" y="11165"/>
                    </a:lnTo>
                    <a:lnTo>
                      <a:pt x="7412" y="11244"/>
                    </a:lnTo>
                    <a:lnTo>
                      <a:pt x="7150" y="11322"/>
                    </a:lnTo>
                    <a:lnTo>
                      <a:pt x="6888" y="11388"/>
                    </a:lnTo>
                    <a:lnTo>
                      <a:pt x="6612" y="11427"/>
                    </a:lnTo>
                    <a:lnTo>
                      <a:pt x="6337" y="11467"/>
                    </a:lnTo>
                    <a:lnTo>
                      <a:pt x="6061" y="11493"/>
                    </a:lnTo>
                    <a:lnTo>
                      <a:pt x="5772" y="11493"/>
                    </a:lnTo>
                    <a:lnTo>
                      <a:pt x="5772" y="11493"/>
                    </a:lnTo>
                    <a:lnTo>
                      <a:pt x="5484" y="11493"/>
                    </a:lnTo>
                    <a:lnTo>
                      <a:pt x="5195" y="11467"/>
                    </a:lnTo>
                    <a:lnTo>
                      <a:pt x="4907" y="11440"/>
                    </a:lnTo>
                    <a:lnTo>
                      <a:pt x="4618" y="11388"/>
                    </a:lnTo>
                    <a:lnTo>
                      <a:pt x="4342" y="11322"/>
                    </a:lnTo>
                    <a:lnTo>
                      <a:pt x="4067" y="11244"/>
                    </a:lnTo>
                    <a:lnTo>
                      <a:pt x="3805" y="11152"/>
                    </a:lnTo>
                    <a:lnTo>
                      <a:pt x="3542" y="11060"/>
                    </a:lnTo>
                    <a:lnTo>
                      <a:pt x="3280" y="10942"/>
                    </a:lnTo>
                    <a:lnTo>
                      <a:pt x="3031" y="10811"/>
                    </a:lnTo>
                    <a:lnTo>
                      <a:pt x="2794" y="10680"/>
                    </a:lnTo>
                    <a:lnTo>
                      <a:pt x="2558" y="10522"/>
                    </a:lnTo>
                    <a:lnTo>
                      <a:pt x="2335" y="10365"/>
                    </a:lnTo>
                    <a:lnTo>
                      <a:pt x="2112" y="10194"/>
                    </a:lnTo>
                    <a:lnTo>
                      <a:pt x="1902" y="10024"/>
                    </a:lnTo>
                    <a:lnTo>
                      <a:pt x="1706" y="9827"/>
                    </a:lnTo>
                    <a:lnTo>
                      <a:pt x="1509" y="9630"/>
                    </a:lnTo>
                    <a:lnTo>
                      <a:pt x="1338" y="9420"/>
                    </a:lnTo>
                    <a:lnTo>
                      <a:pt x="1155" y="9210"/>
                    </a:lnTo>
                    <a:lnTo>
                      <a:pt x="997" y="8987"/>
                    </a:lnTo>
                    <a:lnTo>
                      <a:pt x="853" y="8751"/>
                    </a:lnTo>
                    <a:lnTo>
                      <a:pt x="708" y="8515"/>
                    </a:lnTo>
                    <a:lnTo>
                      <a:pt x="577" y="8266"/>
                    </a:lnTo>
                    <a:lnTo>
                      <a:pt x="459" y="8003"/>
                    </a:lnTo>
                    <a:lnTo>
                      <a:pt x="354" y="7741"/>
                    </a:lnTo>
                    <a:lnTo>
                      <a:pt x="262" y="7479"/>
                    </a:lnTo>
                    <a:lnTo>
                      <a:pt x="184" y="7203"/>
                    </a:lnTo>
                    <a:lnTo>
                      <a:pt x="118" y="6928"/>
                    </a:lnTo>
                    <a:lnTo>
                      <a:pt x="66" y="6652"/>
                    </a:lnTo>
                    <a:lnTo>
                      <a:pt x="26" y="6363"/>
                    </a:lnTo>
                    <a:lnTo>
                      <a:pt x="13" y="6075"/>
                    </a:lnTo>
                    <a:lnTo>
                      <a:pt x="0" y="5773"/>
                    </a:lnTo>
                    <a:lnTo>
                      <a:pt x="0" y="5773"/>
                    </a:lnTo>
                    <a:lnTo>
                      <a:pt x="0" y="5471"/>
                    </a:lnTo>
                    <a:lnTo>
                      <a:pt x="26" y="5183"/>
                    </a:lnTo>
                    <a:lnTo>
                      <a:pt x="66" y="4894"/>
                    </a:lnTo>
                    <a:lnTo>
                      <a:pt x="105" y="4619"/>
                    </a:lnTo>
                    <a:lnTo>
                      <a:pt x="171" y="4343"/>
                    </a:lnTo>
                    <a:lnTo>
                      <a:pt x="249" y="4068"/>
                    </a:lnTo>
                    <a:lnTo>
                      <a:pt x="341" y="3792"/>
                    </a:lnTo>
                    <a:lnTo>
                      <a:pt x="446" y="3530"/>
                    </a:lnTo>
                    <a:lnTo>
                      <a:pt x="551" y="3280"/>
                    </a:lnTo>
                    <a:lnTo>
                      <a:pt x="682" y="3031"/>
                    </a:lnTo>
                    <a:lnTo>
                      <a:pt x="813" y="2795"/>
                    </a:lnTo>
                    <a:lnTo>
                      <a:pt x="971" y="2559"/>
                    </a:lnTo>
                    <a:lnTo>
                      <a:pt x="1128" y="2336"/>
                    </a:lnTo>
                    <a:lnTo>
                      <a:pt x="1299" y="2113"/>
                    </a:lnTo>
                    <a:lnTo>
                      <a:pt x="1483" y="1903"/>
                    </a:lnTo>
                    <a:lnTo>
                      <a:pt x="1666" y="1706"/>
                    </a:lnTo>
                    <a:lnTo>
                      <a:pt x="1863" y="1509"/>
                    </a:lnTo>
                    <a:lnTo>
                      <a:pt x="2073" y="1326"/>
                    </a:lnTo>
                    <a:lnTo>
                      <a:pt x="2296" y="1155"/>
                    </a:lnTo>
                    <a:lnTo>
                      <a:pt x="2519" y="998"/>
                    </a:lnTo>
                    <a:lnTo>
                      <a:pt x="2742" y="840"/>
                    </a:lnTo>
                    <a:lnTo>
                      <a:pt x="2991" y="709"/>
                    </a:lnTo>
                    <a:lnTo>
                      <a:pt x="3240" y="578"/>
                    </a:lnTo>
                    <a:lnTo>
                      <a:pt x="3490" y="460"/>
                    </a:lnTo>
                    <a:lnTo>
                      <a:pt x="3752" y="355"/>
                    </a:lnTo>
                    <a:lnTo>
                      <a:pt x="4014" y="263"/>
                    </a:lnTo>
                    <a:lnTo>
                      <a:pt x="4290" y="184"/>
                    </a:lnTo>
                    <a:lnTo>
                      <a:pt x="4565" y="119"/>
                    </a:lnTo>
                    <a:lnTo>
                      <a:pt x="4854" y="66"/>
                    </a:lnTo>
                    <a:lnTo>
                      <a:pt x="5143" y="27"/>
                    </a:lnTo>
                    <a:lnTo>
                      <a:pt x="5431" y="1"/>
                    </a:lnTo>
                    <a:lnTo>
                      <a:pt x="57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5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9106" extrusionOk="0">
                    <a:moveTo>
                      <a:pt x="7963" y="1"/>
                    </a:move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45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9106" fill="none" extrusionOk="0">
                    <a:moveTo>
                      <a:pt x="7963" y="1"/>
                    </a:moveTo>
                    <a:lnTo>
                      <a:pt x="7963" y="1"/>
                    </a:ln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45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avLst/>
                <a:gdLst/>
                <a:ahLst/>
                <a:cxnLst/>
                <a:rect l="l" t="t" r="r" b="b"/>
                <a:pathLst>
                  <a:path w="9119" h="9198" extrusionOk="0">
                    <a:moveTo>
                      <a:pt x="7583" y="1"/>
                    </a:move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45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avLst/>
                <a:gdLst/>
                <a:ahLst/>
                <a:cxnLst/>
                <a:rect l="l" t="t" r="r" b="b"/>
                <a:pathLst>
                  <a:path w="9119" h="9198" fill="none" extrusionOk="0">
                    <a:moveTo>
                      <a:pt x="7583" y="1"/>
                    </a:moveTo>
                    <a:lnTo>
                      <a:pt x="7583" y="1"/>
                    </a:ln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45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8397" h="8463" extrusionOk="0">
                    <a:moveTo>
                      <a:pt x="7859" y="1"/>
                    </a:move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45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8397" h="8463" fill="none" extrusionOk="0">
                    <a:moveTo>
                      <a:pt x="7859" y="1"/>
                    </a:moveTo>
                    <a:lnTo>
                      <a:pt x="1" y="7951"/>
                    </a:ln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45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702" extrusionOk="0">
                    <a:moveTo>
                      <a:pt x="7452" y="1"/>
                    </a:move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45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702" fill="none" extrusionOk="0">
                    <a:moveTo>
                      <a:pt x="7452" y="1"/>
                    </a:moveTo>
                    <a:lnTo>
                      <a:pt x="1" y="7518"/>
                    </a:ln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45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extrusionOk="0">
                    <a:moveTo>
                      <a:pt x="5733" y="1155"/>
                    </a:moveTo>
                    <a:lnTo>
                      <a:pt x="5969" y="1168"/>
                    </a:lnTo>
                    <a:lnTo>
                      <a:pt x="6192" y="1181"/>
                    </a:lnTo>
                    <a:lnTo>
                      <a:pt x="6428" y="1208"/>
                    </a:lnTo>
                    <a:lnTo>
                      <a:pt x="6651" y="1247"/>
                    </a:lnTo>
                    <a:lnTo>
                      <a:pt x="6874" y="1299"/>
                    </a:lnTo>
                    <a:lnTo>
                      <a:pt x="7097" y="1365"/>
                    </a:lnTo>
                    <a:lnTo>
                      <a:pt x="7307" y="1431"/>
                    </a:lnTo>
                    <a:lnTo>
                      <a:pt x="7517" y="1509"/>
                    </a:lnTo>
                    <a:lnTo>
                      <a:pt x="7714" y="1601"/>
                    </a:lnTo>
                    <a:lnTo>
                      <a:pt x="7911" y="1706"/>
                    </a:lnTo>
                    <a:lnTo>
                      <a:pt x="8108" y="1811"/>
                    </a:lnTo>
                    <a:lnTo>
                      <a:pt x="8291" y="1929"/>
                    </a:lnTo>
                    <a:lnTo>
                      <a:pt x="8475" y="2060"/>
                    </a:lnTo>
                    <a:lnTo>
                      <a:pt x="8645" y="2192"/>
                    </a:lnTo>
                    <a:lnTo>
                      <a:pt x="8816" y="2336"/>
                    </a:lnTo>
                    <a:lnTo>
                      <a:pt x="8973" y="2493"/>
                    </a:lnTo>
                    <a:lnTo>
                      <a:pt x="9131" y="2651"/>
                    </a:lnTo>
                    <a:lnTo>
                      <a:pt x="9275" y="2821"/>
                    </a:lnTo>
                    <a:lnTo>
                      <a:pt x="9406" y="2992"/>
                    </a:lnTo>
                    <a:lnTo>
                      <a:pt x="9538" y="3162"/>
                    </a:lnTo>
                    <a:lnTo>
                      <a:pt x="9656" y="3346"/>
                    </a:lnTo>
                    <a:lnTo>
                      <a:pt x="9774" y="3543"/>
                    </a:lnTo>
                    <a:lnTo>
                      <a:pt x="9879" y="3740"/>
                    </a:lnTo>
                    <a:lnTo>
                      <a:pt x="9970" y="3949"/>
                    </a:lnTo>
                    <a:lnTo>
                      <a:pt x="10049" y="4146"/>
                    </a:lnTo>
                    <a:lnTo>
                      <a:pt x="10128" y="4369"/>
                    </a:lnTo>
                    <a:lnTo>
                      <a:pt x="10180" y="4579"/>
                    </a:lnTo>
                    <a:lnTo>
                      <a:pt x="10233" y="4802"/>
                    </a:lnTo>
                    <a:lnTo>
                      <a:pt x="10285" y="5025"/>
                    </a:lnTo>
                    <a:lnTo>
                      <a:pt x="10312" y="5261"/>
                    </a:lnTo>
                    <a:lnTo>
                      <a:pt x="10325" y="5484"/>
                    </a:lnTo>
                    <a:lnTo>
                      <a:pt x="10338" y="5721"/>
                    </a:lnTo>
                    <a:lnTo>
                      <a:pt x="10325" y="5957"/>
                    </a:lnTo>
                    <a:lnTo>
                      <a:pt x="10312" y="6193"/>
                    </a:lnTo>
                    <a:lnTo>
                      <a:pt x="10285" y="6429"/>
                    </a:lnTo>
                    <a:lnTo>
                      <a:pt x="10246" y="6652"/>
                    </a:lnTo>
                    <a:lnTo>
                      <a:pt x="10194" y="6875"/>
                    </a:lnTo>
                    <a:lnTo>
                      <a:pt x="10141" y="7085"/>
                    </a:lnTo>
                    <a:lnTo>
                      <a:pt x="10062" y="7295"/>
                    </a:lnTo>
                    <a:lnTo>
                      <a:pt x="9984" y="7505"/>
                    </a:lnTo>
                    <a:lnTo>
                      <a:pt x="9892" y="7715"/>
                    </a:lnTo>
                    <a:lnTo>
                      <a:pt x="9787" y="7911"/>
                    </a:lnTo>
                    <a:lnTo>
                      <a:pt x="9682" y="8108"/>
                    </a:lnTo>
                    <a:lnTo>
                      <a:pt x="9564" y="8292"/>
                    </a:lnTo>
                    <a:lnTo>
                      <a:pt x="9433" y="8476"/>
                    </a:lnTo>
                    <a:lnTo>
                      <a:pt x="9301" y="8646"/>
                    </a:lnTo>
                    <a:lnTo>
                      <a:pt x="9157" y="8817"/>
                    </a:lnTo>
                    <a:lnTo>
                      <a:pt x="9013" y="8974"/>
                    </a:lnTo>
                    <a:lnTo>
                      <a:pt x="8842" y="9118"/>
                    </a:lnTo>
                    <a:lnTo>
                      <a:pt x="8685" y="9276"/>
                    </a:lnTo>
                    <a:lnTo>
                      <a:pt x="8514" y="9407"/>
                    </a:lnTo>
                    <a:lnTo>
                      <a:pt x="8331" y="9538"/>
                    </a:lnTo>
                    <a:lnTo>
                      <a:pt x="8147" y="9656"/>
                    </a:lnTo>
                    <a:lnTo>
                      <a:pt x="7950" y="9761"/>
                    </a:lnTo>
                    <a:lnTo>
                      <a:pt x="7753" y="9866"/>
                    </a:lnTo>
                    <a:lnTo>
                      <a:pt x="7557" y="9958"/>
                    </a:lnTo>
                    <a:lnTo>
                      <a:pt x="7347" y="10050"/>
                    </a:lnTo>
                    <a:lnTo>
                      <a:pt x="7137" y="10115"/>
                    </a:lnTo>
                    <a:lnTo>
                      <a:pt x="6914" y="10181"/>
                    </a:lnTo>
                    <a:lnTo>
                      <a:pt x="6691" y="10234"/>
                    </a:lnTo>
                    <a:lnTo>
                      <a:pt x="6468" y="10273"/>
                    </a:lnTo>
                    <a:lnTo>
                      <a:pt x="6245" y="10299"/>
                    </a:lnTo>
                    <a:lnTo>
                      <a:pt x="6009" y="10325"/>
                    </a:lnTo>
                    <a:lnTo>
                      <a:pt x="5536" y="10325"/>
                    </a:lnTo>
                    <a:lnTo>
                      <a:pt x="5300" y="10312"/>
                    </a:lnTo>
                    <a:lnTo>
                      <a:pt x="5077" y="10286"/>
                    </a:lnTo>
                    <a:lnTo>
                      <a:pt x="4854" y="10247"/>
                    </a:lnTo>
                    <a:lnTo>
                      <a:pt x="4631" y="10194"/>
                    </a:lnTo>
                    <a:lnTo>
                      <a:pt x="4408" y="10129"/>
                    </a:lnTo>
                    <a:lnTo>
                      <a:pt x="4198" y="10063"/>
                    </a:lnTo>
                    <a:lnTo>
                      <a:pt x="3988" y="9984"/>
                    </a:lnTo>
                    <a:lnTo>
                      <a:pt x="3778" y="9892"/>
                    </a:lnTo>
                    <a:lnTo>
                      <a:pt x="3582" y="9787"/>
                    </a:lnTo>
                    <a:lnTo>
                      <a:pt x="3398" y="9683"/>
                    </a:lnTo>
                    <a:lnTo>
                      <a:pt x="3201" y="9564"/>
                    </a:lnTo>
                    <a:lnTo>
                      <a:pt x="3031" y="9433"/>
                    </a:lnTo>
                    <a:lnTo>
                      <a:pt x="2847" y="9302"/>
                    </a:lnTo>
                    <a:lnTo>
                      <a:pt x="2689" y="9158"/>
                    </a:lnTo>
                    <a:lnTo>
                      <a:pt x="2519" y="9000"/>
                    </a:lnTo>
                    <a:lnTo>
                      <a:pt x="2375" y="8843"/>
                    </a:lnTo>
                    <a:lnTo>
                      <a:pt x="2230" y="8672"/>
                    </a:lnTo>
                    <a:lnTo>
                      <a:pt x="2086" y="8502"/>
                    </a:lnTo>
                    <a:lnTo>
                      <a:pt x="1968" y="8331"/>
                    </a:lnTo>
                    <a:lnTo>
                      <a:pt x="1837" y="8134"/>
                    </a:lnTo>
                    <a:lnTo>
                      <a:pt x="1732" y="7951"/>
                    </a:lnTo>
                    <a:lnTo>
                      <a:pt x="1627" y="7754"/>
                    </a:lnTo>
                    <a:lnTo>
                      <a:pt x="1535" y="7544"/>
                    </a:lnTo>
                    <a:lnTo>
                      <a:pt x="1456" y="7347"/>
                    </a:lnTo>
                    <a:lnTo>
                      <a:pt x="1378" y="7124"/>
                    </a:lnTo>
                    <a:lnTo>
                      <a:pt x="1312" y="6914"/>
                    </a:lnTo>
                    <a:lnTo>
                      <a:pt x="1259" y="6691"/>
                    </a:lnTo>
                    <a:lnTo>
                      <a:pt x="1220" y="6468"/>
                    </a:lnTo>
                    <a:lnTo>
                      <a:pt x="1194" y="6232"/>
                    </a:lnTo>
                    <a:lnTo>
                      <a:pt x="1168" y="6009"/>
                    </a:lnTo>
                    <a:lnTo>
                      <a:pt x="1168" y="5773"/>
                    </a:lnTo>
                    <a:lnTo>
                      <a:pt x="1168" y="5537"/>
                    </a:lnTo>
                    <a:lnTo>
                      <a:pt x="1181" y="5301"/>
                    </a:lnTo>
                    <a:lnTo>
                      <a:pt x="1220" y="5065"/>
                    </a:lnTo>
                    <a:lnTo>
                      <a:pt x="1259" y="4842"/>
                    </a:lnTo>
                    <a:lnTo>
                      <a:pt x="1299" y="4619"/>
                    </a:lnTo>
                    <a:lnTo>
                      <a:pt x="1364" y="4409"/>
                    </a:lnTo>
                    <a:lnTo>
                      <a:pt x="1443" y="4186"/>
                    </a:lnTo>
                    <a:lnTo>
                      <a:pt x="1522" y="3989"/>
                    </a:lnTo>
                    <a:lnTo>
                      <a:pt x="1614" y="3779"/>
                    </a:lnTo>
                    <a:lnTo>
                      <a:pt x="1706" y="3582"/>
                    </a:lnTo>
                    <a:lnTo>
                      <a:pt x="1824" y="3385"/>
                    </a:lnTo>
                    <a:lnTo>
                      <a:pt x="1942" y="3202"/>
                    </a:lnTo>
                    <a:lnTo>
                      <a:pt x="2060" y="3018"/>
                    </a:lnTo>
                    <a:lnTo>
                      <a:pt x="2204" y="2847"/>
                    </a:lnTo>
                    <a:lnTo>
                      <a:pt x="2348" y="2677"/>
                    </a:lnTo>
                    <a:lnTo>
                      <a:pt x="2493" y="2520"/>
                    </a:lnTo>
                    <a:lnTo>
                      <a:pt x="2650" y="2362"/>
                    </a:lnTo>
                    <a:lnTo>
                      <a:pt x="2821" y="2218"/>
                    </a:lnTo>
                    <a:lnTo>
                      <a:pt x="2991" y="2087"/>
                    </a:lnTo>
                    <a:lnTo>
                      <a:pt x="3175" y="1955"/>
                    </a:lnTo>
                    <a:lnTo>
                      <a:pt x="3359" y="1837"/>
                    </a:lnTo>
                    <a:lnTo>
                      <a:pt x="3542" y="1719"/>
                    </a:lnTo>
                    <a:lnTo>
                      <a:pt x="3739" y="1627"/>
                    </a:lnTo>
                    <a:lnTo>
                      <a:pt x="3949" y="1536"/>
                    </a:lnTo>
                    <a:lnTo>
                      <a:pt x="4159" y="1444"/>
                    </a:lnTo>
                    <a:lnTo>
                      <a:pt x="4369" y="1378"/>
                    </a:lnTo>
                    <a:lnTo>
                      <a:pt x="4592" y="1313"/>
                    </a:lnTo>
                    <a:lnTo>
                      <a:pt x="4802" y="1260"/>
                    </a:lnTo>
                    <a:lnTo>
                      <a:pt x="5038" y="1221"/>
                    </a:lnTo>
                    <a:lnTo>
                      <a:pt x="5261" y="1181"/>
                    </a:lnTo>
                    <a:lnTo>
                      <a:pt x="5497" y="1168"/>
                    </a:lnTo>
                    <a:lnTo>
                      <a:pt x="5733" y="1155"/>
                    </a:lnTo>
                    <a:close/>
                    <a:moveTo>
                      <a:pt x="18629" y="1221"/>
                    </a:moveTo>
                    <a:lnTo>
                      <a:pt x="18865" y="1234"/>
                    </a:lnTo>
                    <a:lnTo>
                      <a:pt x="19101" y="1247"/>
                    </a:lnTo>
                    <a:lnTo>
                      <a:pt x="19324" y="1273"/>
                    </a:lnTo>
                    <a:lnTo>
                      <a:pt x="19560" y="1313"/>
                    </a:lnTo>
                    <a:lnTo>
                      <a:pt x="19783" y="1365"/>
                    </a:lnTo>
                    <a:lnTo>
                      <a:pt x="19993" y="1431"/>
                    </a:lnTo>
                    <a:lnTo>
                      <a:pt x="20203" y="1496"/>
                    </a:lnTo>
                    <a:lnTo>
                      <a:pt x="20413" y="1575"/>
                    </a:lnTo>
                    <a:lnTo>
                      <a:pt x="20623" y="1667"/>
                    </a:lnTo>
                    <a:lnTo>
                      <a:pt x="20820" y="1772"/>
                    </a:lnTo>
                    <a:lnTo>
                      <a:pt x="21017" y="1877"/>
                    </a:lnTo>
                    <a:lnTo>
                      <a:pt x="21200" y="1995"/>
                    </a:lnTo>
                    <a:lnTo>
                      <a:pt x="21384" y="2126"/>
                    </a:lnTo>
                    <a:lnTo>
                      <a:pt x="21555" y="2257"/>
                    </a:lnTo>
                    <a:lnTo>
                      <a:pt x="21725" y="2401"/>
                    </a:lnTo>
                    <a:lnTo>
                      <a:pt x="21882" y="2559"/>
                    </a:lnTo>
                    <a:lnTo>
                      <a:pt x="22027" y="2716"/>
                    </a:lnTo>
                    <a:lnTo>
                      <a:pt x="22171" y="2874"/>
                    </a:lnTo>
                    <a:lnTo>
                      <a:pt x="22315" y="3057"/>
                    </a:lnTo>
                    <a:lnTo>
                      <a:pt x="22447" y="3228"/>
                    </a:lnTo>
                    <a:lnTo>
                      <a:pt x="22565" y="3412"/>
                    </a:lnTo>
                    <a:lnTo>
                      <a:pt x="22670" y="3608"/>
                    </a:lnTo>
                    <a:lnTo>
                      <a:pt x="22775" y="3805"/>
                    </a:lnTo>
                    <a:lnTo>
                      <a:pt x="22866" y="4002"/>
                    </a:lnTo>
                    <a:lnTo>
                      <a:pt x="22958" y="4212"/>
                    </a:lnTo>
                    <a:lnTo>
                      <a:pt x="23024" y="4422"/>
                    </a:lnTo>
                    <a:lnTo>
                      <a:pt x="23089" y="4645"/>
                    </a:lnTo>
                    <a:lnTo>
                      <a:pt x="23142" y="4868"/>
                    </a:lnTo>
                    <a:lnTo>
                      <a:pt x="23181" y="5091"/>
                    </a:lnTo>
                    <a:lnTo>
                      <a:pt x="23208" y="5327"/>
                    </a:lnTo>
                    <a:lnTo>
                      <a:pt x="23234" y="5550"/>
                    </a:lnTo>
                    <a:lnTo>
                      <a:pt x="23234" y="5786"/>
                    </a:lnTo>
                    <a:lnTo>
                      <a:pt x="23234" y="6022"/>
                    </a:lnTo>
                    <a:lnTo>
                      <a:pt x="23221" y="6258"/>
                    </a:lnTo>
                    <a:lnTo>
                      <a:pt x="23194" y="6481"/>
                    </a:lnTo>
                    <a:lnTo>
                      <a:pt x="23155" y="6718"/>
                    </a:lnTo>
                    <a:lnTo>
                      <a:pt x="23103" y="6928"/>
                    </a:lnTo>
                    <a:lnTo>
                      <a:pt x="23037" y="7151"/>
                    </a:lnTo>
                    <a:lnTo>
                      <a:pt x="22971" y="7360"/>
                    </a:lnTo>
                    <a:lnTo>
                      <a:pt x="22893" y="7570"/>
                    </a:lnTo>
                    <a:lnTo>
                      <a:pt x="22801" y="7780"/>
                    </a:lnTo>
                    <a:lnTo>
                      <a:pt x="22696" y="7977"/>
                    </a:lnTo>
                    <a:lnTo>
                      <a:pt x="22591" y="8174"/>
                    </a:lnTo>
                    <a:lnTo>
                      <a:pt x="22473" y="8357"/>
                    </a:lnTo>
                    <a:lnTo>
                      <a:pt x="22342" y="8528"/>
                    </a:lnTo>
                    <a:lnTo>
                      <a:pt x="22210" y="8712"/>
                    </a:lnTo>
                    <a:lnTo>
                      <a:pt x="22066" y="8869"/>
                    </a:lnTo>
                    <a:lnTo>
                      <a:pt x="21909" y="9040"/>
                    </a:lnTo>
                    <a:lnTo>
                      <a:pt x="21751" y="9184"/>
                    </a:lnTo>
                    <a:lnTo>
                      <a:pt x="21581" y="9328"/>
                    </a:lnTo>
                    <a:lnTo>
                      <a:pt x="21410" y="9473"/>
                    </a:lnTo>
                    <a:lnTo>
                      <a:pt x="21240" y="9604"/>
                    </a:lnTo>
                    <a:lnTo>
                      <a:pt x="21043" y="9722"/>
                    </a:lnTo>
                    <a:lnTo>
                      <a:pt x="20859" y="9827"/>
                    </a:lnTo>
                    <a:lnTo>
                      <a:pt x="20662" y="9932"/>
                    </a:lnTo>
                    <a:lnTo>
                      <a:pt x="20453" y="10024"/>
                    </a:lnTo>
                    <a:lnTo>
                      <a:pt x="20243" y="10115"/>
                    </a:lnTo>
                    <a:lnTo>
                      <a:pt x="20033" y="10181"/>
                    </a:lnTo>
                    <a:lnTo>
                      <a:pt x="19823" y="10247"/>
                    </a:lnTo>
                    <a:lnTo>
                      <a:pt x="19600" y="10299"/>
                    </a:lnTo>
                    <a:lnTo>
                      <a:pt x="19377" y="10338"/>
                    </a:lnTo>
                    <a:lnTo>
                      <a:pt x="19141" y="10365"/>
                    </a:lnTo>
                    <a:lnTo>
                      <a:pt x="18904" y="10391"/>
                    </a:lnTo>
                    <a:lnTo>
                      <a:pt x="18472" y="10391"/>
                    </a:lnTo>
                    <a:lnTo>
                      <a:pt x="18275" y="10378"/>
                    </a:lnTo>
                    <a:lnTo>
                      <a:pt x="18065" y="10352"/>
                    </a:lnTo>
                    <a:lnTo>
                      <a:pt x="17868" y="10325"/>
                    </a:lnTo>
                    <a:lnTo>
                      <a:pt x="17671" y="10286"/>
                    </a:lnTo>
                    <a:lnTo>
                      <a:pt x="17475" y="10234"/>
                    </a:lnTo>
                    <a:lnTo>
                      <a:pt x="17278" y="10181"/>
                    </a:lnTo>
                    <a:lnTo>
                      <a:pt x="17081" y="10115"/>
                    </a:lnTo>
                    <a:lnTo>
                      <a:pt x="16897" y="10050"/>
                    </a:lnTo>
                    <a:lnTo>
                      <a:pt x="16714" y="9958"/>
                    </a:lnTo>
                    <a:lnTo>
                      <a:pt x="16530" y="9866"/>
                    </a:lnTo>
                    <a:lnTo>
                      <a:pt x="16359" y="9774"/>
                    </a:lnTo>
                    <a:lnTo>
                      <a:pt x="16176" y="9669"/>
                    </a:lnTo>
                    <a:lnTo>
                      <a:pt x="16018" y="9551"/>
                    </a:lnTo>
                    <a:lnTo>
                      <a:pt x="15848" y="9433"/>
                    </a:lnTo>
                    <a:lnTo>
                      <a:pt x="15690" y="9302"/>
                    </a:lnTo>
                    <a:lnTo>
                      <a:pt x="15480" y="9118"/>
                    </a:lnTo>
                    <a:lnTo>
                      <a:pt x="15284" y="8908"/>
                    </a:lnTo>
                    <a:lnTo>
                      <a:pt x="15100" y="8699"/>
                    </a:lnTo>
                    <a:lnTo>
                      <a:pt x="14929" y="8476"/>
                    </a:lnTo>
                    <a:lnTo>
                      <a:pt x="14772" y="8239"/>
                    </a:lnTo>
                    <a:lnTo>
                      <a:pt x="14628" y="7990"/>
                    </a:lnTo>
                    <a:lnTo>
                      <a:pt x="14497" y="7741"/>
                    </a:lnTo>
                    <a:lnTo>
                      <a:pt x="14392" y="7492"/>
                    </a:lnTo>
                    <a:lnTo>
                      <a:pt x="14300" y="7216"/>
                    </a:lnTo>
                    <a:lnTo>
                      <a:pt x="14221" y="6954"/>
                    </a:lnTo>
                    <a:lnTo>
                      <a:pt x="14155" y="6678"/>
                    </a:lnTo>
                    <a:lnTo>
                      <a:pt x="14116" y="6403"/>
                    </a:lnTo>
                    <a:lnTo>
                      <a:pt x="14090" y="6114"/>
                    </a:lnTo>
                    <a:lnTo>
                      <a:pt x="14077" y="5839"/>
                    </a:lnTo>
                    <a:lnTo>
                      <a:pt x="14077" y="5550"/>
                    </a:lnTo>
                    <a:lnTo>
                      <a:pt x="14103" y="5261"/>
                    </a:lnTo>
                    <a:lnTo>
                      <a:pt x="14129" y="5051"/>
                    </a:lnTo>
                    <a:lnTo>
                      <a:pt x="14182" y="4842"/>
                    </a:lnTo>
                    <a:lnTo>
                      <a:pt x="14221" y="4645"/>
                    </a:lnTo>
                    <a:lnTo>
                      <a:pt x="14287" y="4448"/>
                    </a:lnTo>
                    <a:lnTo>
                      <a:pt x="14352" y="4238"/>
                    </a:lnTo>
                    <a:lnTo>
                      <a:pt x="14431" y="4054"/>
                    </a:lnTo>
                    <a:lnTo>
                      <a:pt x="14510" y="3858"/>
                    </a:lnTo>
                    <a:lnTo>
                      <a:pt x="14601" y="3674"/>
                    </a:lnTo>
                    <a:lnTo>
                      <a:pt x="14706" y="3503"/>
                    </a:lnTo>
                    <a:lnTo>
                      <a:pt x="14811" y="3320"/>
                    </a:lnTo>
                    <a:lnTo>
                      <a:pt x="14929" y="3149"/>
                    </a:lnTo>
                    <a:lnTo>
                      <a:pt x="15048" y="2992"/>
                    </a:lnTo>
                    <a:lnTo>
                      <a:pt x="15179" y="2834"/>
                    </a:lnTo>
                    <a:lnTo>
                      <a:pt x="15310" y="2677"/>
                    </a:lnTo>
                    <a:lnTo>
                      <a:pt x="15454" y="2533"/>
                    </a:lnTo>
                    <a:lnTo>
                      <a:pt x="15599" y="2401"/>
                    </a:lnTo>
                    <a:lnTo>
                      <a:pt x="15756" y="2270"/>
                    </a:lnTo>
                    <a:lnTo>
                      <a:pt x="15913" y="2139"/>
                    </a:lnTo>
                    <a:lnTo>
                      <a:pt x="16084" y="2021"/>
                    </a:lnTo>
                    <a:lnTo>
                      <a:pt x="16254" y="1903"/>
                    </a:lnTo>
                    <a:lnTo>
                      <a:pt x="16438" y="1811"/>
                    </a:lnTo>
                    <a:lnTo>
                      <a:pt x="16609" y="1706"/>
                    </a:lnTo>
                    <a:lnTo>
                      <a:pt x="16792" y="1627"/>
                    </a:lnTo>
                    <a:lnTo>
                      <a:pt x="16989" y="1536"/>
                    </a:lnTo>
                    <a:lnTo>
                      <a:pt x="17186" y="1470"/>
                    </a:lnTo>
                    <a:lnTo>
                      <a:pt x="17383" y="1404"/>
                    </a:lnTo>
                    <a:lnTo>
                      <a:pt x="17579" y="1352"/>
                    </a:lnTo>
                    <a:lnTo>
                      <a:pt x="17789" y="1313"/>
                    </a:lnTo>
                    <a:lnTo>
                      <a:pt x="17999" y="1273"/>
                    </a:lnTo>
                    <a:lnTo>
                      <a:pt x="18209" y="1247"/>
                    </a:lnTo>
                    <a:lnTo>
                      <a:pt x="18419" y="1234"/>
                    </a:lnTo>
                    <a:lnTo>
                      <a:pt x="18629" y="1221"/>
                    </a:lnTo>
                    <a:close/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7" name="Google Shape;2417;p45"/>
            <p:cNvGrpSpPr/>
            <p:nvPr/>
          </p:nvGrpSpPr>
          <p:grpSpPr>
            <a:xfrm>
              <a:off x="3124753" y="2097067"/>
              <a:ext cx="2904005" cy="2628275"/>
              <a:chOff x="735516" y="1544617"/>
              <a:chExt cx="2904005" cy="2628275"/>
            </a:xfrm>
          </p:grpSpPr>
          <p:sp>
            <p:nvSpPr>
              <p:cNvPr id="2418" name="Google Shape;2418;p45"/>
              <p:cNvSpPr/>
              <p:nvPr/>
            </p:nvSpPr>
            <p:spPr>
              <a:xfrm>
                <a:off x="1961914" y="2680601"/>
                <a:ext cx="305922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17043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17042" y="919"/>
                    </a:lnTo>
                    <a:lnTo>
                      <a:pt x="17042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45"/>
              <p:cNvSpPr/>
              <p:nvPr/>
            </p:nvSpPr>
            <p:spPr>
              <a:xfrm>
                <a:off x="2274872" y="2680601"/>
                <a:ext cx="97738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5445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5445" y="919"/>
                    </a:lnTo>
                    <a:lnTo>
                      <a:pt x="5445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45"/>
              <p:cNvSpPr/>
              <p:nvPr/>
            </p:nvSpPr>
            <p:spPr>
              <a:xfrm>
                <a:off x="2379664" y="2680601"/>
                <a:ext cx="115167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6416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6416" y="919"/>
                    </a:lnTo>
                    <a:lnTo>
                      <a:pt x="6416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45"/>
              <p:cNvSpPr/>
              <p:nvPr/>
            </p:nvSpPr>
            <p:spPr>
              <a:xfrm>
                <a:off x="1896683" y="2717111"/>
                <a:ext cx="254818" cy="16496"/>
              </a:xfrm>
              <a:custGeom>
                <a:avLst/>
                <a:gdLst/>
                <a:ahLst/>
                <a:cxnLst/>
                <a:rect l="l" t="t" r="r" b="b"/>
                <a:pathLst>
                  <a:path w="14196" h="919" extrusionOk="0">
                    <a:moveTo>
                      <a:pt x="1" y="0"/>
                    </a:moveTo>
                    <a:lnTo>
                      <a:pt x="1" y="919"/>
                    </a:lnTo>
                    <a:lnTo>
                      <a:pt x="14195" y="919"/>
                    </a:lnTo>
                    <a:lnTo>
                      <a:pt x="14195" y="0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45"/>
              <p:cNvSpPr/>
              <p:nvPr/>
            </p:nvSpPr>
            <p:spPr>
              <a:xfrm>
                <a:off x="2159723" y="2717111"/>
                <a:ext cx="83378" cy="16496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919" extrusionOk="0">
                    <a:moveTo>
                      <a:pt x="0" y="0"/>
                    </a:moveTo>
                    <a:lnTo>
                      <a:pt x="0" y="919"/>
                    </a:lnTo>
                    <a:lnTo>
                      <a:pt x="4645" y="919"/>
                    </a:lnTo>
                    <a:lnTo>
                      <a:pt x="4645" y="0"/>
                    </a:lnTo>
                    <a:close/>
                  </a:path>
                </a:pathLst>
              </a:custGeom>
              <a:solidFill>
                <a:srgbClr val="E7C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45"/>
              <p:cNvSpPr/>
              <p:nvPr/>
            </p:nvSpPr>
            <p:spPr>
              <a:xfrm>
                <a:off x="2050928" y="4038428"/>
                <a:ext cx="116119" cy="75139"/>
              </a:xfrm>
              <a:custGeom>
                <a:avLst/>
                <a:gdLst/>
                <a:ahLst/>
                <a:cxnLst/>
                <a:rect l="l" t="t" r="r" b="b"/>
                <a:pathLst>
                  <a:path w="6469" h="4186" extrusionOk="0">
                    <a:moveTo>
                      <a:pt x="1" y="0"/>
                    </a:moveTo>
                    <a:lnTo>
                      <a:pt x="132" y="4185"/>
                    </a:lnTo>
                    <a:lnTo>
                      <a:pt x="1483" y="4185"/>
                    </a:lnTo>
                    <a:lnTo>
                      <a:pt x="1732" y="4172"/>
                    </a:lnTo>
                    <a:lnTo>
                      <a:pt x="1995" y="4146"/>
                    </a:lnTo>
                    <a:lnTo>
                      <a:pt x="2244" y="4106"/>
                    </a:lnTo>
                    <a:lnTo>
                      <a:pt x="2493" y="4054"/>
                    </a:lnTo>
                    <a:lnTo>
                      <a:pt x="2729" y="4001"/>
                    </a:lnTo>
                    <a:lnTo>
                      <a:pt x="2979" y="3923"/>
                    </a:lnTo>
                    <a:lnTo>
                      <a:pt x="3215" y="3844"/>
                    </a:lnTo>
                    <a:lnTo>
                      <a:pt x="3451" y="3765"/>
                    </a:lnTo>
                    <a:lnTo>
                      <a:pt x="3674" y="3660"/>
                    </a:lnTo>
                    <a:lnTo>
                      <a:pt x="3910" y="3555"/>
                    </a:lnTo>
                    <a:lnTo>
                      <a:pt x="4120" y="3437"/>
                    </a:lnTo>
                    <a:lnTo>
                      <a:pt x="4343" y="3306"/>
                    </a:lnTo>
                    <a:lnTo>
                      <a:pt x="4553" y="3162"/>
                    </a:lnTo>
                    <a:lnTo>
                      <a:pt x="4763" y="3017"/>
                    </a:lnTo>
                    <a:lnTo>
                      <a:pt x="4959" y="2860"/>
                    </a:lnTo>
                    <a:lnTo>
                      <a:pt x="6245" y="1797"/>
                    </a:lnTo>
                    <a:lnTo>
                      <a:pt x="6311" y="1732"/>
                    </a:lnTo>
                    <a:lnTo>
                      <a:pt x="6363" y="1666"/>
                    </a:lnTo>
                    <a:lnTo>
                      <a:pt x="6403" y="1601"/>
                    </a:lnTo>
                    <a:lnTo>
                      <a:pt x="6429" y="1522"/>
                    </a:lnTo>
                    <a:lnTo>
                      <a:pt x="6455" y="1443"/>
                    </a:lnTo>
                    <a:lnTo>
                      <a:pt x="6468" y="1364"/>
                    </a:lnTo>
                    <a:lnTo>
                      <a:pt x="6468" y="1286"/>
                    </a:lnTo>
                    <a:lnTo>
                      <a:pt x="6455" y="1207"/>
                    </a:lnTo>
                    <a:lnTo>
                      <a:pt x="6416" y="1076"/>
                    </a:lnTo>
                    <a:lnTo>
                      <a:pt x="6363" y="945"/>
                    </a:lnTo>
                    <a:lnTo>
                      <a:pt x="6298" y="827"/>
                    </a:lnTo>
                    <a:lnTo>
                      <a:pt x="6232" y="722"/>
                    </a:lnTo>
                    <a:lnTo>
                      <a:pt x="6153" y="617"/>
                    </a:lnTo>
                    <a:lnTo>
                      <a:pt x="6075" y="512"/>
                    </a:lnTo>
                    <a:lnTo>
                      <a:pt x="5983" y="420"/>
                    </a:lnTo>
                    <a:lnTo>
                      <a:pt x="5878" y="341"/>
                    </a:lnTo>
                    <a:lnTo>
                      <a:pt x="5773" y="262"/>
                    </a:lnTo>
                    <a:lnTo>
                      <a:pt x="5668" y="197"/>
                    </a:lnTo>
                    <a:lnTo>
                      <a:pt x="5550" y="131"/>
                    </a:lnTo>
                    <a:lnTo>
                      <a:pt x="5419" y="92"/>
                    </a:lnTo>
                    <a:lnTo>
                      <a:pt x="5301" y="53"/>
                    </a:lnTo>
                    <a:lnTo>
                      <a:pt x="5169" y="26"/>
                    </a:lnTo>
                    <a:lnTo>
                      <a:pt x="50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45"/>
              <p:cNvSpPr/>
              <p:nvPr/>
            </p:nvSpPr>
            <p:spPr>
              <a:xfrm>
                <a:off x="2212711" y="4039128"/>
                <a:ext cx="116101" cy="75139"/>
              </a:xfrm>
              <a:custGeom>
                <a:avLst/>
                <a:gdLst/>
                <a:ahLst/>
                <a:cxnLst/>
                <a:rect l="l" t="t" r="r" b="b"/>
                <a:pathLst>
                  <a:path w="6468" h="4186" extrusionOk="0">
                    <a:moveTo>
                      <a:pt x="1443" y="0"/>
                    </a:moveTo>
                    <a:lnTo>
                      <a:pt x="1312" y="14"/>
                    </a:lnTo>
                    <a:lnTo>
                      <a:pt x="1168" y="53"/>
                    </a:lnTo>
                    <a:lnTo>
                      <a:pt x="1050" y="92"/>
                    </a:lnTo>
                    <a:lnTo>
                      <a:pt x="919" y="132"/>
                    </a:lnTo>
                    <a:lnTo>
                      <a:pt x="800" y="197"/>
                    </a:lnTo>
                    <a:lnTo>
                      <a:pt x="696" y="263"/>
                    </a:lnTo>
                    <a:lnTo>
                      <a:pt x="591" y="342"/>
                    </a:lnTo>
                    <a:lnTo>
                      <a:pt x="486" y="420"/>
                    </a:lnTo>
                    <a:lnTo>
                      <a:pt x="394" y="512"/>
                    </a:lnTo>
                    <a:lnTo>
                      <a:pt x="315" y="617"/>
                    </a:lnTo>
                    <a:lnTo>
                      <a:pt x="236" y="722"/>
                    </a:lnTo>
                    <a:lnTo>
                      <a:pt x="171" y="827"/>
                    </a:lnTo>
                    <a:lnTo>
                      <a:pt x="105" y="945"/>
                    </a:lnTo>
                    <a:lnTo>
                      <a:pt x="66" y="1076"/>
                    </a:lnTo>
                    <a:lnTo>
                      <a:pt x="26" y="1194"/>
                    </a:lnTo>
                    <a:lnTo>
                      <a:pt x="0" y="1286"/>
                    </a:lnTo>
                    <a:lnTo>
                      <a:pt x="0" y="1365"/>
                    </a:lnTo>
                    <a:lnTo>
                      <a:pt x="13" y="1443"/>
                    </a:lnTo>
                    <a:lnTo>
                      <a:pt x="40" y="1522"/>
                    </a:lnTo>
                    <a:lnTo>
                      <a:pt x="66" y="1601"/>
                    </a:lnTo>
                    <a:lnTo>
                      <a:pt x="118" y="1667"/>
                    </a:lnTo>
                    <a:lnTo>
                      <a:pt x="171" y="1732"/>
                    </a:lnTo>
                    <a:lnTo>
                      <a:pt x="223" y="1798"/>
                    </a:lnTo>
                    <a:lnTo>
                      <a:pt x="1509" y="2860"/>
                    </a:lnTo>
                    <a:lnTo>
                      <a:pt x="1706" y="3018"/>
                    </a:lnTo>
                    <a:lnTo>
                      <a:pt x="1916" y="3162"/>
                    </a:lnTo>
                    <a:lnTo>
                      <a:pt x="2126" y="3306"/>
                    </a:lnTo>
                    <a:lnTo>
                      <a:pt x="2349" y="3424"/>
                    </a:lnTo>
                    <a:lnTo>
                      <a:pt x="2572" y="3556"/>
                    </a:lnTo>
                    <a:lnTo>
                      <a:pt x="2795" y="3661"/>
                    </a:lnTo>
                    <a:lnTo>
                      <a:pt x="3018" y="3766"/>
                    </a:lnTo>
                    <a:lnTo>
                      <a:pt x="3254" y="3844"/>
                    </a:lnTo>
                    <a:lnTo>
                      <a:pt x="3503" y="3923"/>
                    </a:lnTo>
                    <a:lnTo>
                      <a:pt x="3739" y="4002"/>
                    </a:lnTo>
                    <a:lnTo>
                      <a:pt x="3988" y="4054"/>
                    </a:lnTo>
                    <a:lnTo>
                      <a:pt x="4238" y="4107"/>
                    </a:lnTo>
                    <a:lnTo>
                      <a:pt x="4487" y="4146"/>
                    </a:lnTo>
                    <a:lnTo>
                      <a:pt x="4736" y="4172"/>
                    </a:lnTo>
                    <a:lnTo>
                      <a:pt x="4985" y="4185"/>
                    </a:lnTo>
                    <a:lnTo>
                      <a:pt x="6337" y="4185"/>
                    </a:lnTo>
                    <a:lnTo>
                      <a:pt x="64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45"/>
              <p:cNvSpPr/>
              <p:nvPr/>
            </p:nvSpPr>
            <p:spPr>
              <a:xfrm>
                <a:off x="735516" y="2825188"/>
                <a:ext cx="2904005" cy="59845"/>
              </a:xfrm>
              <a:custGeom>
                <a:avLst/>
                <a:gdLst/>
                <a:ahLst/>
                <a:cxnLst/>
                <a:rect l="l" t="t" r="r" b="b"/>
                <a:pathLst>
                  <a:path w="161783" h="3334" extrusionOk="0">
                    <a:moveTo>
                      <a:pt x="0" y="1"/>
                    </a:moveTo>
                    <a:lnTo>
                      <a:pt x="0" y="3333"/>
                    </a:lnTo>
                    <a:lnTo>
                      <a:pt x="161783" y="3333"/>
                    </a:lnTo>
                    <a:lnTo>
                      <a:pt x="16178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45"/>
              <p:cNvSpPr/>
              <p:nvPr/>
            </p:nvSpPr>
            <p:spPr>
              <a:xfrm>
                <a:off x="2005245" y="4066448"/>
                <a:ext cx="86914" cy="4758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265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5" y="1837"/>
                    </a:lnTo>
                    <a:lnTo>
                      <a:pt x="158" y="1955"/>
                    </a:lnTo>
                    <a:lnTo>
                      <a:pt x="223" y="2060"/>
                    </a:lnTo>
                    <a:lnTo>
                      <a:pt x="302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696" y="2493"/>
                    </a:lnTo>
                    <a:lnTo>
                      <a:pt x="814" y="2545"/>
                    </a:lnTo>
                    <a:lnTo>
                      <a:pt x="945" y="2585"/>
                    </a:lnTo>
                    <a:lnTo>
                      <a:pt x="1063" y="2624"/>
                    </a:lnTo>
                    <a:lnTo>
                      <a:pt x="1207" y="2637"/>
                    </a:lnTo>
                    <a:lnTo>
                      <a:pt x="1339" y="2650"/>
                    </a:lnTo>
                    <a:lnTo>
                      <a:pt x="3490" y="2650"/>
                    </a:lnTo>
                    <a:lnTo>
                      <a:pt x="3634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43" y="2349"/>
                    </a:lnTo>
                    <a:lnTo>
                      <a:pt x="4448" y="2257"/>
                    </a:lnTo>
                    <a:lnTo>
                      <a:pt x="4526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6" y="1837"/>
                    </a:lnTo>
                    <a:lnTo>
                      <a:pt x="4776" y="1706"/>
                    </a:lnTo>
                    <a:lnTo>
                      <a:pt x="4802" y="1574"/>
                    </a:lnTo>
                    <a:lnTo>
                      <a:pt x="4828" y="1443"/>
                    </a:lnTo>
                    <a:lnTo>
                      <a:pt x="4841" y="1312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45"/>
              <p:cNvSpPr/>
              <p:nvPr/>
            </p:nvSpPr>
            <p:spPr>
              <a:xfrm>
                <a:off x="1903900" y="3163581"/>
                <a:ext cx="191688" cy="90477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50405" extrusionOk="0">
                    <a:moveTo>
                      <a:pt x="0" y="1"/>
                    </a:moveTo>
                    <a:lnTo>
                      <a:pt x="4723" y="50404"/>
                    </a:lnTo>
                    <a:lnTo>
                      <a:pt x="10679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45"/>
              <p:cNvSpPr/>
              <p:nvPr/>
            </p:nvSpPr>
            <p:spPr>
              <a:xfrm>
                <a:off x="2267477" y="4066448"/>
                <a:ext cx="86914" cy="4758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2651" extrusionOk="0">
                    <a:moveTo>
                      <a:pt x="1" y="0"/>
                    </a:moveTo>
                    <a:lnTo>
                      <a:pt x="1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6" y="1837"/>
                    </a:lnTo>
                    <a:lnTo>
                      <a:pt x="171" y="1955"/>
                    </a:lnTo>
                    <a:lnTo>
                      <a:pt x="237" y="2060"/>
                    </a:lnTo>
                    <a:lnTo>
                      <a:pt x="316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709" y="2493"/>
                    </a:lnTo>
                    <a:lnTo>
                      <a:pt x="827" y="2545"/>
                    </a:lnTo>
                    <a:lnTo>
                      <a:pt x="945" y="2585"/>
                    </a:lnTo>
                    <a:lnTo>
                      <a:pt x="1076" y="2624"/>
                    </a:lnTo>
                    <a:lnTo>
                      <a:pt x="1208" y="2637"/>
                    </a:lnTo>
                    <a:lnTo>
                      <a:pt x="1339" y="2650"/>
                    </a:lnTo>
                    <a:lnTo>
                      <a:pt x="3503" y="2650"/>
                    </a:lnTo>
                    <a:lnTo>
                      <a:pt x="3635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56" y="2349"/>
                    </a:lnTo>
                    <a:lnTo>
                      <a:pt x="4448" y="2257"/>
                    </a:lnTo>
                    <a:lnTo>
                      <a:pt x="4527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7" y="1837"/>
                    </a:lnTo>
                    <a:lnTo>
                      <a:pt x="4776" y="1706"/>
                    </a:lnTo>
                    <a:lnTo>
                      <a:pt x="4815" y="1574"/>
                    </a:lnTo>
                    <a:lnTo>
                      <a:pt x="4828" y="1443"/>
                    </a:lnTo>
                    <a:lnTo>
                      <a:pt x="4842" y="1312"/>
                    </a:lnTo>
                    <a:lnTo>
                      <a:pt x="48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45"/>
              <p:cNvSpPr/>
              <p:nvPr/>
            </p:nvSpPr>
            <p:spPr>
              <a:xfrm>
                <a:off x="2260423" y="3163581"/>
                <a:ext cx="191688" cy="90477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50405" extrusionOk="0">
                    <a:moveTo>
                      <a:pt x="0" y="1"/>
                    </a:moveTo>
                    <a:lnTo>
                      <a:pt x="0" y="50404"/>
                    </a:lnTo>
                    <a:lnTo>
                      <a:pt x="5956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45"/>
              <p:cNvSpPr/>
              <p:nvPr/>
            </p:nvSpPr>
            <p:spPr>
              <a:xfrm>
                <a:off x="1640950" y="2743246"/>
                <a:ext cx="66415" cy="99622"/>
              </a:xfrm>
              <a:custGeom>
                <a:avLst/>
                <a:gdLst/>
                <a:ahLst/>
                <a:cxnLst/>
                <a:rect l="l" t="t" r="r" b="b"/>
                <a:pathLst>
                  <a:path w="3700" h="5550" extrusionOk="0">
                    <a:moveTo>
                      <a:pt x="3503" y="0"/>
                    </a:moveTo>
                    <a:lnTo>
                      <a:pt x="3319" y="14"/>
                    </a:lnTo>
                    <a:lnTo>
                      <a:pt x="3136" y="40"/>
                    </a:lnTo>
                    <a:lnTo>
                      <a:pt x="2952" y="66"/>
                    </a:lnTo>
                    <a:lnTo>
                      <a:pt x="2769" y="119"/>
                    </a:lnTo>
                    <a:lnTo>
                      <a:pt x="2598" y="158"/>
                    </a:lnTo>
                    <a:lnTo>
                      <a:pt x="2427" y="224"/>
                    </a:lnTo>
                    <a:lnTo>
                      <a:pt x="2257" y="289"/>
                    </a:lnTo>
                    <a:lnTo>
                      <a:pt x="2086" y="368"/>
                    </a:lnTo>
                    <a:lnTo>
                      <a:pt x="1929" y="447"/>
                    </a:lnTo>
                    <a:lnTo>
                      <a:pt x="1771" y="538"/>
                    </a:lnTo>
                    <a:lnTo>
                      <a:pt x="1627" y="630"/>
                    </a:lnTo>
                    <a:lnTo>
                      <a:pt x="1483" y="735"/>
                    </a:lnTo>
                    <a:lnTo>
                      <a:pt x="1339" y="840"/>
                    </a:lnTo>
                    <a:lnTo>
                      <a:pt x="1207" y="958"/>
                    </a:lnTo>
                    <a:lnTo>
                      <a:pt x="1076" y="1076"/>
                    </a:lnTo>
                    <a:lnTo>
                      <a:pt x="958" y="1207"/>
                    </a:lnTo>
                    <a:lnTo>
                      <a:pt x="840" y="1339"/>
                    </a:lnTo>
                    <a:lnTo>
                      <a:pt x="735" y="1483"/>
                    </a:lnTo>
                    <a:lnTo>
                      <a:pt x="630" y="1627"/>
                    </a:lnTo>
                    <a:lnTo>
                      <a:pt x="525" y="1772"/>
                    </a:lnTo>
                    <a:lnTo>
                      <a:pt x="446" y="1929"/>
                    </a:lnTo>
                    <a:lnTo>
                      <a:pt x="355" y="2086"/>
                    </a:lnTo>
                    <a:lnTo>
                      <a:pt x="289" y="2257"/>
                    </a:lnTo>
                    <a:lnTo>
                      <a:pt x="223" y="2427"/>
                    </a:lnTo>
                    <a:lnTo>
                      <a:pt x="158" y="2598"/>
                    </a:lnTo>
                    <a:lnTo>
                      <a:pt x="118" y="2769"/>
                    </a:lnTo>
                    <a:lnTo>
                      <a:pt x="66" y="2952"/>
                    </a:lnTo>
                    <a:lnTo>
                      <a:pt x="40" y="3136"/>
                    </a:lnTo>
                    <a:lnTo>
                      <a:pt x="14" y="3320"/>
                    </a:lnTo>
                    <a:lnTo>
                      <a:pt x="0" y="3503"/>
                    </a:lnTo>
                    <a:lnTo>
                      <a:pt x="0" y="3700"/>
                    </a:ln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45"/>
              <p:cNvSpPr/>
              <p:nvPr/>
            </p:nvSpPr>
            <p:spPr>
              <a:xfrm>
                <a:off x="1640716" y="2524005"/>
                <a:ext cx="235019" cy="385045"/>
              </a:xfrm>
              <a:custGeom>
                <a:avLst/>
                <a:gdLst/>
                <a:ahLst/>
                <a:cxnLst/>
                <a:rect l="l" t="t" r="r" b="b"/>
                <a:pathLst>
                  <a:path w="13093" h="21451" extrusionOk="0">
                    <a:moveTo>
                      <a:pt x="6442" y="1"/>
                    </a:moveTo>
                    <a:lnTo>
                      <a:pt x="145" y="17134"/>
                    </a:lnTo>
                    <a:lnTo>
                      <a:pt x="66" y="17370"/>
                    </a:lnTo>
                    <a:lnTo>
                      <a:pt x="13" y="17620"/>
                    </a:lnTo>
                    <a:lnTo>
                      <a:pt x="0" y="17869"/>
                    </a:lnTo>
                    <a:lnTo>
                      <a:pt x="0" y="18118"/>
                    </a:lnTo>
                    <a:lnTo>
                      <a:pt x="27" y="18367"/>
                    </a:lnTo>
                    <a:lnTo>
                      <a:pt x="79" y="18603"/>
                    </a:lnTo>
                    <a:lnTo>
                      <a:pt x="145" y="18853"/>
                    </a:lnTo>
                    <a:lnTo>
                      <a:pt x="250" y="19076"/>
                    </a:lnTo>
                    <a:lnTo>
                      <a:pt x="761" y="20099"/>
                    </a:lnTo>
                    <a:lnTo>
                      <a:pt x="866" y="20283"/>
                    </a:lnTo>
                    <a:lnTo>
                      <a:pt x="984" y="20453"/>
                    </a:lnTo>
                    <a:lnTo>
                      <a:pt x="1115" y="20624"/>
                    </a:lnTo>
                    <a:lnTo>
                      <a:pt x="1247" y="20768"/>
                    </a:lnTo>
                    <a:lnTo>
                      <a:pt x="1404" y="20899"/>
                    </a:lnTo>
                    <a:lnTo>
                      <a:pt x="1561" y="21017"/>
                    </a:lnTo>
                    <a:lnTo>
                      <a:pt x="1732" y="21135"/>
                    </a:lnTo>
                    <a:lnTo>
                      <a:pt x="1916" y="21227"/>
                    </a:lnTo>
                    <a:lnTo>
                      <a:pt x="2099" y="21306"/>
                    </a:lnTo>
                    <a:lnTo>
                      <a:pt x="2283" y="21358"/>
                    </a:lnTo>
                    <a:lnTo>
                      <a:pt x="2480" y="21411"/>
                    </a:lnTo>
                    <a:lnTo>
                      <a:pt x="2690" y="21437"/>
                    </a:lnTo>
                    <a:lnTo>
                      <a:pt x="2886" y="21450"/>
                    </a:lnTo>
                    <a:lnTo>
                      <a:pt x="3096" y="21450"/>
                    </a:lnTo>
                    <a:lnTo>
                      <a:pt x="3306" y="21437"/>
                    </a:lnTo>
                    <a:lnTo>
                      <a:pt x="3503" y="21398"/>
                    </a:lnTo>
                    <a:lnTo>
                      <a:pt x="3844" y="21306"/>
                    </a:lnTo>
                    <a:lnTo>
                      <a:pt x="4172" y="21201"/>
                    </a:lnTo>
                    <a:lnTo>
                      <a:pt x="4500" y="21070"/>
                    </a:lnTo>
                    <a:lnTo>
                      <a:pt x="4802" y="20912"/>
                    </a:lnTo>
                    <a:lnTo>
                      <a:pt x="5104" y="20755"/>
                    </a:lnTo>
                    <a:lnTo>
                      <a:pt x="5392" y="20571"/>
                    </a:lnTo>
                    <a:lnTo>
                      <a:pt x="5668" y="20361"/>
                    </a:lnTo>
                    <a:lnTo>
                      <a:pt x="5930" y="20151"/>
                    </a:lnTo>
                    <a:lnTo>
                      <a:pt x="6179" y="19915"/>
                    </a:lnTo>
                    <a:lnTo>
                      <a:pt x="6415" y="19666"/>
                    </a:lnTo>
                    <a:lnTo>
                      <a:pt x="6638" y="19404"/>
                    </a:lnTo>
                    <a:lnTo>
                      <a:pt x="6835" y="19128"/>
                    </a:lnTo>
                    <a:lnTo>
                      <a:pt x="7019" y="18840"/>
                    </a:lnTo>
                    <a:lnTo>
                      <a:pt x="7189" y="18538"/>
                    </a:lnTo>
                    <a:lnTo>
                      <a:pt x="7334" y="18223"/>
                    </a:lnTo>
                    <a:lnTo>
                      <a:pt x="7465" y="17895"/>
                    </a:lnTo>
                    <a:lnTo>
                      <a:pt x="13093" y="2598"/>
                    </a:lnTo>
                    <a:lnTo>
                      <a:pt x="6442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45"/>
              <p:cNvSpPr/>
              <p:nvPr/>
            </p:nvSpPr>
            <p:spPr>
              <a:xfrm>
                <a:off x="2667672" y="2743246"/>
                <a:ext cx="66415" cy="99622"/>
              </a:xfrm>
              <a:custGeom>
                <a:avLst/>
                <a:gdLst/>
                <a:ahLst/>
                <a:cxnLst/>
                <a:rect l="l" t="t" r="r" b="b"/>
                <a:pathLst>
                  <a:path w="3700" h="5550" extrusionOk="0">
                    <a:moveTo>
                      <a:pt x="0" y="0"/>
                    </a:move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3700"/>
                    </a:lnTo>
                    <a:lnTo>
                      <a:pt x="3700" y="3503"/>
                    </a:lnTo>
                    <a:lnTo>
                      <a:pt x="3686" y="3320"/>
                    </a:lnTo>
                    <a:lnTo>
                      <a:pt x="3660" y="3136"/>
                    </a:lnTo>
                    <a:lnTo>
                      <a:pt x="3634" y="2952"/>
                    </a:lnTo>
                    <a:lnTo>
                      <a:pt x="3582" y="2769"/>
                    </a:lnTo>
                    <a:lnTo>
                      <a:pt x="3542" y="2598"/>
                    </a:lnTo>
                    <a:lnTo>
                      <a:pt x="3477" y="2427"/>
                    </a:lnTo>
                    <a:lnTo>
                      <a:pt x="3411" y="2257"/>
                    </a:lnTo>
                    <a:lnTo>
                      <a:pt x="3332" y="2086"/>
                    </a:lnTo>
                    <a:lnTo>
                      <a:pt x="3254" y="1929"/>
                    </a:lnTo>
                    <a:lnTo>
                      <a:pt x="3162" y="1772"/>
                    </a:lnTo>
                    <a:lnTo>
                      <a:pt x="3070" y="1627"/>
                    </a:lnTo>
                    <a:lnTo>
                      <a:pt x="2965" y="1483"/>
                    </a:lnTo>
                    <a:lnTo>
                      <a:pt x="2860" y="1339"/>
                    </a:lnTo>
                    <a:lnTo>
                      <a:pt x="2742" y="1207"/>
                    </a:lnTo>
                    <a:lnTo>
                      <a:pt x="2624" y="1076"/>
                    </a:lnTo>
                    <a:lnTo>
                      <a:pt x="2493" y="958"/>
                    </a:lnTo>
                    <a:lnTo>
                      <a:pt x="2361" y="840"/>
                    </a:lnTo>
                    <a:lnTo>
                      <a:pt x="2217" y="735"/>
                    </a:lnTo>
                    <a:lnTo>
                      <a:pt x="2073" y="630"/>
                    </a:lnTo>
                    <a:lnTo>
                      <a:pt x="1929" y="538"/>
                    </a:lnTo>
                    <a:lnTo>
                      <a:pt x="1771" y="447"/>
                    </a:lnTo>
                    <a:lnTo>
                      <a:pt x="1614" y="368"/>
                    </a:lnTo>
                    <a:lnTo>
                      <a:pt x="1443" y="289"/>
                    </a:lnTo>
                    <a:lnTo>
                      <a:pt x="1273" y="224"/>
                    </a:lnTo>
                    <a:lnTo>
                      <a:pt x="1102" y="158"/>
                    </a:lnTo>
                    <a:lnTo>
                      <a:pt x="932" y="119"/>
                    </a:lnTo>
                    <a:lnTo>
                      <a:pt x="748" y="66"/>
                    </a:lnTo>
                    <a:lnTo>
                      <a:pt x="564" y="40"/>
                    </a:lnTo>
                    <a:lnTo>
                      <a:pt x="381" y="14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45"/>
              <p:cNvSpPr/>
              <p:nvPr/>
            </p:nvSpPr>
            <p:spPr>
              <a:xfrm>
                <a:off x="2499301" y="2524005"/>
                <a:ext cx="235019" cy="385045"/>
              </a:xfrm>
              <a:custGeom>
                <a:avLst/>
                <a:gdLst/>
                <a:ahLst/>
                <a:cxnLst/>
                <a:rect l="l" t="t" r="r" b="b"/>
                <a:pathLst>
                  <a:path w="13093" h="21451" extrusionOk="0">
                    <a:moveTo>
                      <a:pt x="6651" y="1"/>
                    </a:moveTo>
                    <a:lnTo>
                      <a:pt x="0" y="2598"/>
                    </a:lnTo>
                    <a:lnTo>
                      <a:pt x="5615" y="17895"/>
                    </a:lnTo>
                    <a:lnTo>
                      <a:pt x="5746" y="18223"/>
                    </a:lnTo>
                    <a:lnTo>
                      <a:pt x="5904" y="18538"/>
                    </a:lnTo>
                    <a:lnTo>
                      <a:pt x="6074" y="18840"/>
                    </a:lnTo>
                    <a:lnTo>
                      <a:pt x="6258" y="19128"/>
                    </a:lnTo>
                    <a:lnTo>
                      <a:pt x="6455" y="19404"/>
                    </a:lnTo>
                    <a:lnTo>
                      <a:pt x="6678" y="19666"/>
                    </a:lnTo>
                    <a:lnTo>
                      <a:pt x="6914" y="19915"/>
                    </a:lnTo>
                    <a:lnTo>
                      <a:pt x="7163" y="20151"/>
                    </a:lnTo>
                    <a:lnTo>
                      <a:pt x="7425" y="20361"/>
                    </a:lnTo>
                    <a:lnTo>
                      <a:pt x="7701" y="20571"/>
                    </a:lnTo>
                    <a:lnTo>
                      <a:pt x="7989" y="20755"/>
                    </a:lnTo>
                    <a:lnTo>
                      <a:pt x="8278" y="20912"/>
                    </a:lnTo>
                    <a:lnTo>
                      <a:pt x="8593" y="21070"/>
                    </a:lnTo>
                    <a:lnTo>
                      <a:pt x="8921" y="21201"/>
                    </a:lnTo>
                    <a:lnTo>
                      <a:pt x="9249" y="21306"/>
                    </a:lnTo>
                    <a:lnTo>
                      <a:pt x="9577" y="21398"/>
                    </a:lnTo>
                    <a:lnTo>
                      <a:pt x="9787" y="21437"/>
                    </a:lnTo>
                    <a:lnTo>
                      <a:pt x="9997" y="21450"/>
                    </a:lnTo>
                    <a:lnTo>
                      <a:pt x="10207" y="21450"/>
                    </a:lnTo>
                    <a:lnTo>
                      <a:pt x="10403" y="21437"/>
                    </a:lnTo>
                    <a:lnTo>
                      <a:pt x="10600" y="21411"/>
                    </a:lnTo>
                    <a:lnTo>
                      <a:pt x="10797" y="21358"/>
                    </a:lnTo>
                    <a:lnTo>
                      <a:pt x="10994" y="21306"/>
                    </a:lnTo>
                    <a:lnTo>
                      <a:pt x="11177" y="21227"/>
                    </a:lnTo>
                    <a:lnTo>
                      <a:pt x="11361" y="21135"/>
                    </a:lnTo>
                    <a:lnTo>
                      <a:pt x="11532" y="21017"/>
                    </a:lnTo>
                    <a:lnTo>
                      <a:pt x="11689" y="20899"/>
                    </a:lnTo>
                    <a:lnTo>
                      <a:pt x="11846" y="20768"/>
                    </a:lnTo>
                    <a:lnTo>
                      <a:pt x="11978" y="20624"/>
                    </a:lnTo>
                    <a:lnTo>
                      <a:pt x="12109" y="20453"/>
                    </a:lnTo>
                    <a:lnTo>
                      <a:pt x="12227" y="20283"/>
                    </a:lnTo>
                    <a:lnTo>
                      <a:pt x="12332" y="20099"/>
                    </a:lnTo>
                    <a:lnTo>
                      <a:pt x="12843" y="19076"/>
                    </a:lnTo>
                    <a:lnTo>
                      <a:pt x="12935" y="18853"/>
                    </a:lnTo>
                    <a:lnTo>
                      <a:pt x="13014" y="18603"/>
                    </a:lnTo>
                    <a:lnTo>
                      <a:pt x="13066" y="18367"/>
                    </a:lnTo>
                    <a:lnTo>
                      <a:pt x="13093" y="18118"/>
                    </a:lnTo>
                    <a:lnTo>
                      <a:pt x="13093" y="17869"/>
                    </a:lnTo>
                    <a:lnTo>
                      <a:pt x="13066" y="17620"/>
                    </a:lnTo>
                    <a:lnTo>
                      <a:pt x="13027" y="17370"/>
                    </a:lnTo>
                    <a:lnTo>
                      <a:pt x="12948" y="17134"/>
                    </a:lnTo>
                    <a:lnTo>
                      <a:pt x="6651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45"/>
              <p:cNvSpPr/>
              <p:nvPr/>
            </p:nvSpPr>
            <p:spPr>
              <a:xfrm>
                <a:off x="1896683" y="3002516"/>
                <a:ext cx="581670" cy="312276"/>
              </a:xfrm>
              <a:custGeom>
                <a:avLst/>
                <a:gdLst/>
                <a:ahLst/>
                <a:cxnLst/>
                <a:rect l="l" t="t" r="r" b="b"/>
                <a:pathLst>
                  <a:path w="32405" h="17397" extrusionOk="0">
                    <a:moveTo>
                      <a:pt x="1" y="1"/>
                    </a:moveTo>
                    <a:lnTo>
                      <a:pt x="14" y="1076"/>
                    </a:lnTo>
                    <a:lnTo>
                      <a:pt x="1" y="2165"/>
                    </a:lnTo>
                    <a:lnTo>
                      <a:pt x="1" y="4277"/>
                    </a:lnTo>
                    <a:lnTo>
                      <a:pt x="1" y="5314"/>
                    </a:lnTo>
                    <a:lnTo>
                      <a:pt x="14" y="6324"/>
                    </a:lnTo>
                    <a:lnTo>
                      <a:pt x="53" y="7308"/>
                    </a:lnTo>
                    <a:lnTo>
                      <a:pt x="106" y="8252"/>
                    </a:lnTo>
                    <a:lnTo>
                      <a:pt x="145" y="8698"/>
                    </a:lnTo>
                    <a:lnTo>
                      <a:pt x="184" y="9144"/>
                    </a:lnTo>
                    <a:lnTo>
                      <a:pt x="237" y="9577"/>
                    </a:lnTo>
                    <a:lnTo>
                      <a:pt x="289" y="9997"/>
                    </a:lnTo>
                    <a:lnTo>
                      <a:pt x="355" y="10404"/>
                    </a:lnTo>
                    <a:lnTo>
                      <a:pt x="434" y="10797"/>
                    </a:lnTo>
                    <a:lnTo>
                      <a:pt x="525" y="11165"/>
                    </a:lnTo>
                    <a:lnTo>
                      <a:pt x="630" y="11532"/>
                    </a:lnTo>
                    <a:lnTo>
                      <a:pt x="735" y="11873"/>
                    </a:lnTo>
                    <a:lnTo>
                      <a:pt x="853" y="12201"/>
                    </a:lnTo>
                    <a:lnTo>
                      <a:pt x="998" y="12503"/>
                    </a:lnTo>
                    <a:lnTo>
                      <a:pt x="1142" y="12805"/>
                    </a:lnTo>
                    <a:lnTo>
                      <a:pt x="1299" y="13067"/>
                    </a:lnTo>
                    <a:lnTo>
                      <a:pt x="1483" y="13316"/>
                    </a:lnTo>
                    <a:lnTo>
                      <a:pt x="1680" y="13552"/>
                    </a:lnTo>
                    <a:lnTo>
                      <a:pt x="1877" y="13762"/>
                    </a:lnTo>
                    <a:lnTo>
                      <a:pt x="2139" y="13985"/>
                    </a:lnTo>
                    <a:lnTo>
                      <a:pt x="2414" y="14195"/>
                    </a:lnTo>
                    <a:lnTo>
                      <a:pt x="2703" y="14405"/>
                    </a:lnTo>
                    <a:lnTo>
                      <a:pt x="3018" y="14615"/>
                    </a:lnTo>
                    <a:lnTo>
                      <a:pt x="3346" y="14812"/>
                    </a:lnTo>
                    <a:lnTo>
                      <a:pt x="3687" y="14996"/>
                    </a:lnTo>
                    <a:lnTo>
                      <a:pt x="4041" y="15179"/>
                    </a:lnTo>
                    <a:lnTo>
                      <a:pt x="4409" y="15350"/>
                    </a:lnTo>
                    <a:lnTo>
                      <a:pt x="4802" y="15520"/>
                    </a:lnTo>
                    <a:lnTo>
                      <a:pt x="5196" y="15678"/>
                    </a:lnTo>
                    <a:lnTo>
                      <a:pt x="5602" y="15822"/>
                    </a:lnTo>
                    <a:lnTo>
                      <a:pt x="6035" y="15966"/>
                    </a:lnTo>
                    <a:lnTo>
                      <a:pt x="6468" y="16111"/>
                    </a:lnTo>
                    <a:lnTo>
                      <a:pt x="6914" y="16242"/>
                    </a:lnTo>
                    <a:lnTo>
                      <a:pt x="7373" y="16360"/>
                    </a:lnTo>
                    <a:lnTo>
                      <a:pt x="7846" y="16478"/>
                    </a:lnTo>
                    <a:lnTo>
                      <a:pt x="8318" y="16596"/>
                    </a:lnTo>
                    <a:lnTo>
                      <a:pt x="8803" y="16701"/>
                    </a:lnTo>
                    <a:lnTo>
                      <a:pt x="9302" y="16793"/>
                    </a:lnTo>
                    <a:lnTo>
                      <a:pt x="9800" y="16885"/>
                    </a:lnTo>
                    <a:lnTo>
                      <a:pt x="10312" y="16963"/>
                    </a:lnTo>
                    <a:lnTo>
                      <a:pt x="10824" y="17029"/>
                    </a:lnTo>
                    <a:lnTo>
                      <a:pt x="11873" y="17160"/>
                    </a:lnTo>
                    <a:lnTo>
                      <a:pt x="12936" y="17265"/>
                    </a:lnTo>
                    <a:lnTo>
                      <a:pt x="14012" y="17331"/>
                    </a:lnTo>
                    <a:lnTo>
                      <a:pt x="15114" y="17370"/>
                    </a:lnTo>
                    <a:lnTo>
                      <a:pt x="16203" y="17396"/>
                    </a:lnTo>
                    <a:lnTo>
                      <a:pt x="17291" y="17370"/>
                    </a:lnTo>
                    <a:lnTo>
                      <a:pt x="18380" y="17331"/>
                    </a:lnTo>
                    <a:lnTo>
                      <a:pt x="19469" y="17265"/>
                    </a:lnTo>
                    <a:lnTo>
                      <a:pt x="20532" y="17160"/>
                    </a:lnTo>
                    <a:lnTo>
                      <a:pt x="21581" y="17029"/>
                    </a:lnTo>
                    <a:lnTo>
                      <a:pt x="22093" y="16963"/>
                    </a:lnTo>
                    <a:lnTo>
                      <a:pt x="22605" y="16885"/>
                    </a:lnTo>
                    <a:lnTo>
                      <a:pt x="23103" y="16793"/>
                    </a:lnTo>
                    <a:lnTo>
                      <a:pt x="23602" y="16701"/>
                    </a:lnTo>
                    <a:lnTo>
                      <a:pt x="24087" y="16596"/>
                    </a:lnTo>
                    <a:lnTo>
                      <a:pt x="24559" y="16478"/>
                    </a:lnTo>
                    <a:lnTo>
                      <a:pt x="25032" y="16360"/>
                    </a:lnTo>
                    <a:lnTo>
                      <a:pt x="25491" y="16242"/>
                    </a:lnTo>
                    <a:lnTo>
                      <a:pt x="25937" y="16111"/>
                    </a:lnTo>
                    <a:lnTo>
                      <a:pt x="26370" y="15966"/>
                    </a:lnTo>
                    <a:lnTo>
                      <a:pt x="26790" y="15822"/>
                    </a:lnTo>
                    <a:lnTo>
                      <a:pt x="27209" y="15678"/>
                    </a:lnTo>
                    <a:lnTo>
                      <a:pt x="27603" y="15520"/>
                    </a:lnTo>
                    <a:lnTo>
                      <a:pt x="27996" y="15350"/>
                    </a:lnTo>
                    <a:lnTo>
                      <a:pt x="28364" y="15179"/>
                    </a:lnTo>
                    <a:lnTo>
                      <a:pt x="28718" y="14996"/>
                    </a:lnTo>
                    <a:lnTo>
                      <a:pt x="29059" y="14812"/>
                    </a:lnTo>
                    <a:lnTo>
                      <a:pt x="29387" y="14615"/>
                    </a:lnTo>
                    <a:lnTo>
                      <a:pt x="29702" y="14405"/>
                    </a:lnTo>
                    <a:lnTo>
                      <a:pt x="29991" y="14195"/>
                    </a:lnTo>
                    <a:lnTo>
                      <a:pt x="30266" y="13985"/>
                    </a:lnTo>
                    <a:lnTo>
                      <a:pt x="30515" y="13762"/>
                    </a:lnTo>
                    <a:lnTo>
                      <a:pt x="30725" y="13552"/>
                    </a:lnTo>
                    <a:lnTo>
                      <a:pt x="30922" y="13316"/>
                    </a:lnTo>
                    <a:lnTo>
                      <a:pt x="31093" y="13067"/>
                    </a:lnTo>
                    <a:lnTo>
                      <a:pt x="31263" y="12805"/>
                    </a:lnTo>
                    <a:lnTo>
                      <a:pt x="31407" y="12503"/>
                    </a:lnTo>
                    <a:lnTo>
                      <a:pt x="31539" y="12201"/>
                    </a:lnTo>
                    <a:lnTo>
                      <a:pt x="31670" y="11873"/>
                    </a:lnTo>
                    <a:lnTo>
                      <a:pt x="31775" y="11532"/>
                    </a:lnTo>
                    <a:lnTo>
                      <a:pt x="31880" y="11165"/>
                    </a:lnTo>
                    <a:lnTo>
                      <a:pt x="31958" y="10797"/>
                    </a:lnTo>
                    <a:lnTo>
                      <a:pt x="32037" y="10404"/>
                    </a:lnTo>
                    <a:lnTo>
                      <a:pt x="32116" y="9997"/>
                    </a:lnTo>
                    <a:lnTo>
                      <a:pt x="32168" y="9577"/>
                    </a:lnTo>
                    <a:lnTo>
                      <a:pt x="32221" y="9144"/>
                    </a:lnTo>
                    <a:lnTo>
                      <a:pt x="32260" y="8698"/>
                    </a:lnTo>
                    <a:lnTo>
                      <a:pt x="32299" y="8252"/>
                    </a:lnTo>
                    <a:lnTo>
                      <a:pt x="32352" y="7308"/>
                    </a:lnTo>
                    <a:lnTo>
                      <a:pt x="32391" y="6324"/>
                    </a:lnTo>
                    <a:lnTo>
                      <a:pt x="32404" y="5314"/>
                    </a:lnTo>
                    <a:lnTo>
                      <a:pt x="32404" y="4277"/>
                    </a:lnTo>
                    <a:lnTo>
                      <a:pt x="32391" y="2165"/>
                    </a:lnTo>
                    <a:lnTo>
                      <a:pt x="32391" y="1076"/>
                    </a:lnTo>
                    <a:lnTo>
                      <a:pt x="324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45"/>
              <p:cNvSpPr/>
              <p:nvPr/>
            </p:nvSpPr>
            <p:spPr>
              <a:xfrm>
                <a:off x="1715604" y="2185378"/>
                <a:ext cx="943829" cy="944080"/>
              </a:xfrm>
              <a:custGeom>
                <a:avLst/>
                <a:gdLst/>
                <a:ahLst/>
                <a:cxnLst/>
                <a:rect l="l" t="t" r="r" b="b"/>
                <a:pathLst>
                  <a:path w="52581" h="52595" extrusionOk="0">
                    <a:moveTo>
                      <a:pt x="22053" y="1"/>
                    </a:moveTo>
                    <a:lnTo>
                      <a:pt x="21436" y="14"/>
                    </a:lnTo>
                    <a:lnTo>
                      <a:pt x="20833" y="40"/>
                    </a:lnTo>
                    <a:lnTo>
                      <a:pt x="20230" y="92"/>
                    </a:lnTo>
                    <a:lnTo>
                      <a:pt x="19626" y="158"/>
                    </a:lnTo>
                    <a:lnTo>
                      <a:pt x="19036" y="237"/>
                    </a:lnTo>
                    <a:lnTo>
                      <a:pt x="18432" y="342"/>
                    </a:lnTo>
                    <a:lnTo>
                      <a:pt x="17842" y="460"/>
                    </a:lnTo>
                    <a:lnTo>
                      <a:pt x="17252" y="591"/>
                    </a:lnTo>
                    <a:lnTo>
                      <a:pt x="16674" y="748"/>
                    </a:lnTo>
                    <a:lnTo>
                      <a:pt x="16097" y="919"/>
                    </a:lnTo>
                    <a:lnTo>
                      <a:pt x="15520" y="1116"/>
                    </a:lnTo>
                    <a:lnTo>
                      <a:pt x="14956" y="1326"/>
                    </a:lnTo>
                    <a:lnTo>
                      <a:pt x="14392" y="1549"/>
                    </a:lnTo>
                    <a:lnTo>
                      <a:pt x="13841" y="1798"/>
                    </a:lnTo>
                    <a:lnTo>
                      <a:pt x="13303" y="2073"/>
                    </a:lnTo>
                    <a:lnTo>
                      <a:pt x="12765" y="2349"/>
                    </a:lnTo>
                    <a:lnTo>
                      <a:pt x="12345" y="2585"/>
                    </a:lnTo>
                    <a:lnTo>
                      <a:pt x="11912" y="2834"/>
                    </a:lnTo>
                    <a:lnTo>
                      <a:pt x="11492" y="3097"/>
                    </a:lnTo>
                    <a:lnTo>
                      <a:pt x="11059" y="3385"/>
                    </a:lnTo>
                    <a:lnTo>
                      <a:pt x="10613" y="3674"/>
                    </a:lnTo>
                    <a:lnTo>
                      <a:pt x="10180" y="3989"/>
                    </a:lnTo>
                    <a:lnTo>
                      <a:pt x="9734" y="4317"/>
                    </a:lnTo>
                    <a:lnTo>
                      <a:pt x="9288" y="4671"/>
                    </a:lnTo>
                    <a:lnTo>
                      <a:pt x="8842" y="5038"/>
                    </a:lnTo>
                    <a:lnTo>
                      <a:pt x="8396" y="5419"/>
                    </a:lnTo>
                    <a:lnTo>
                      <a:pt x="7963" y="5825"/>
                    </a:lnTo>
                    <a:lnTo>
                      <a:pt x="7517" y="6245"/>
                    </a:lnTo>
                    <a:lnTo>
                      <a:pt x="7071" y="6678"/>
                    </a:lnTo>
                    <a:lnTo>
                      <a:pt x="6638" y="7150"/>
                    </a:lnTo>
                    <a:lnTo>
                      <a:pt x="6205" y="7623"/>
                    </a:lnTo>
                    <a:lnTo>
                      <a:pt x="5772" y="8134"/>
                    </a:lnTo>
                    <a:lnTo>
                      <a:pt x="5340" y="8659"/>
                    </a:lnTo>
                    <a:lnTo>
                      <a:pt x="4920" y="9197"/>
                    </a:lnTo>
                    <a:lnTo>
                      <a:pt x="4513" y="9774"/>
                    </a:lnTo>
                    <a:lnTo>
                      <a:pt x="4106" y="10365"/>
                    </a:lnTo>
                    <a:lnTo>
                      <a:pt x="3700" y="10968"/>
                    </a:lnTo>
                    <a:lnTo>
                      <a:pt x="3306" y="11611"/>
                    </a:lnTo>
                    <a:lnTo>
                      <a:pt x="2926" y="12267"/>
                    </a:lnTo>
                    <a:lnTo>
                      <a:pt x="2558" y="12962"/>
                    </a:lnTo>
                    <a:lnTo>
                      <a:pt x="2191" y="13671"/>
                    </a:lnTo>
                    <a:lnTo>
                      <a:pt x="1837" y="14405"/>
                    </a:lnTo>
                    <a:lnTo>
                      <a:pt x="1496" y="15166"/>
                    </a:lnTo>
                    <a:lnTo>
                      <a:pt x="1168" y="15953"/>
                    </a:lnTo>
                    <a:lnTo>
                      <a:pt x="866" y="16767"/>
                    </a:lnTo>
                    <a:lnTo>
                      <a:pt x="564" y="17606"/>
                    </a:lnTo>
                    <a:lnTo>
                      <a:pt x="276" y="18485"/>
                    </a:lnTo>
                    <a:lnTo>
                      <a:pt x="0" y="19377"/>
                    </a:lnTo>
                    <a:lnTo>
                      <a:pt x="10679" y="23720"/>
                    </a:lnTo>
                    <a:lnTo>
                      <a:pt x="10574" y="24638"/>
                    </a:lnTo>
                    <a:lnTo>
                      <a:pt x="10469" y="25701"/>
                    </a:lnTo>
                    <a:lnTo>
                      <a:pt x="10351" y="27091"/>
                    </a:lnTo>
                    <a:lnTo>
                      <a:pt x="10233" y="28757"/>
                    </a:lnTo>
                    <a:lnTo>
                      <a:pt x="10180" y="29676"/>
                    </a:lnTo>
                    <a:lnTo>
                      <a:pt x="10128" y="30647"/>
                    </a:lnTo>
                    <a:lnTo>
                      <a:pt x="10089" y="31657"/>
                    </a:lnTo>
                    <a:lnTo>
                      <a:pt x="10049" y="32693"/>
                    </a:lnTo>
                    <a:lnTo>
                      <a:pt x="10023" y="33756"/>
                    </a:lnTo>
                    <a:lnTo>
                      <a:pt x="10010" y="34845"/>
                    </a:lnTo>
                    <a:lnTo>
                      <a:pt x="10010" y="35947"/>
                    </a:lnTo>
                    <a:lnTo>
                      <a:pt x="10023" y="37049"/>
                    </a:lnTo>
                    <a:lnTo>
                      <a:pt x="10062" y="38151"/>
                    </a:lnTo>
                    <a:lnTo>
                      <a:pt x="10115" y="39240"/>
                    </a:lnTo>
                    <a:lnTo>
                      <a:pt x="10194" y="40315"/>
                    </a:lnTo>
                    <a:lnTo>
                      <a:pt x="10285" y="41378"/>
                    </a:lnTo>
                    <a:lnTo>
                      <a:pt x="10403" y="42401"/>
                    </a:lnTo>
                    <a:lnTo>
                      <a:pt x="10469" y="42900"/>
                    </a:lnTo>
                    <a:lnTo>
                      <a:pt x="10548" y="43398"/>
                    </a:lnTo>
                    <a:lnTo>
                      <a:pt x="10640" y="43884"/>
                    </a:lnTo>
                    <a:lnTo>
                      <a:pt x="10731" y="44343"/>
                    </a:lnTo>
                    <a:lnTo>
                      <a:pt x="10823" y="44802"/>
                    </a:lnTo>
                    <a:lnTo>
                      <a:pt x="10928" y="45248"/>
                    </a:lnTo>
                    <a:lnTo>
                      <a:pt x="11046" y="45668"/>
                    </a:lnTo>
                    <a:lnTo>
                      <a:pt x="11164" y="46088"/>
                    </a:lnTo>
                    <a:lnTo>
                      <a:pt x="11296" y="46481"/>
                    </a:lnTo>
                    <a:lnTo>
                      <a:pt x="11440" y="46862"/>
                    </a:lnTo>
                    <a:lnTo>
                      <a:pt x="11584" y="47229"/>
                    </a:lnTo>
                    <a:lnTo>
                      <a:pt x="11742" y="47570"/>
                    </a:lnTo>
                    <a:lnTo>
                      <a:pt x="11912" y="47898"/>
                    </a:lnTo>
                    <a:lnTo>
                      <a:pt x="12083" y="48200"/>
                    </a:lnTo>
                    <a:lnTo>
                      <a:pt x="12266" y="48488"/>
                    </a:lnTo>
                    <a:lnTo>
                      <a:pt x="12463" y="48751"/>
                    </a:lnTo>
                    <a:lnTo>
                      <a:pt x="12673" y="48987"/>
                    </a:lnTo>
                    <a:lnTo>
                      <a:pt x="12883" y="49197"/>
                    </a:lnTo>
                    <a:lnTo>
                      <a:pt x="13119" y="49407"/>
                    </a:lnTo>
                    <a:lnTo>
                      <a:pt x="13381" y="49617"/>
                    </a:lnTo>
                    <a:lnTo>
                      <a:pt x="13657" y="49813"/>
                    </a:lnTo>
                    <a:lnTo>
                      <a:pt x="13946" y="49997"/>
                    </a:lnTo>
                    <a:lnTo>
                      <a:pt x="14247" y="50181"/>
                    </a:lnTo>
                    <a:lnTo>
                      <a:pt x="14562" y="50351"/>
                    </a:lnTo>
                    <a:lnTo>
                      <a:pt x="14903" y="50522"/>
                    </a:lnTo>
                    <a:lnTo>
                      <a:pt x="15244" y="50692"/>
                    </a:lnTo>
                    <a:lnTo>
                      <a:pt x="15612" y="50837"/>
                    </a:lnTo>
                    <a:lnTo>
                      <a:pt x="15979" y="50994"/>
                    </a:lnTo>
                    <a:lnTo>
                      <a:pt x="16373" y="51138"/>
                    </a:lnTo>
                    <a:lnTo>
                      <a:pt x="16766" y="51270"/>
                    </a:lnTo>
                    <a:lnTo>
                      <a:pt x="17173" y="51401"/>
                    </a:lnTo>
                    <a:lnTo>
                      <a:pt x="17593" y="51519"/>
                    </a:lnTo>
                    <a:lnTo>
                      <a:pt x="18026" y="51637"/>
                    </a:lnTo>
                    <a:lnTo>
                      <a:pt x="18458" y="51755"/>
                    </a:lnTo>
                    <a:lnTo>
                      <a:pt x="18905" y="51847"/>
                    </a:lnTo>
                    <a:lnTo>
                      <a:pt x="19364" y="51952"/>
                    </a:lnTo>
                    <a:lnTo>
                      <a:pt x="20295" y="52122"/>
                    </a:lnTo>
                    <a:lnTo>
                      <a:pt x="21253" y="52267"/>
                    </a:lnTo>
                    <a:lnTo>
                      <a:pt x="22237" y="52385"/>
                    </a:lnTo>
                    <a:lnTo>
                      <a:pt x="23234" y="52477"/>
                    </a:lnTo>
                    <a:lnTo>
                      <a:pt x="24244" y="52542"/>
                    </a:lnTo>
                    <a:lnTo>
                      <a:pt x="25267" y="52582"/>
                    </a:lnTo>
                    <a:lnTo>
                      <a:pt x="26291" y="52595"/>
                    </a:lnTo>
                    <a:lnTo>
                      <a:pt x="27314" y="52582"/>
                    </a:lnTo>
                    <a:lnTo>
                      <a:pt x="28337" y="52542"/>
                    </a:lnTo>
                    <a:lnTo>
                      <a:pt x="29347" y="52477"/>
                    </a:lnTo>
                    <a:lnTo>
                      <a:pt x="30344" y="52385"/>
                    </a:lnTo>
                    <a:lnTo>
                      <a:pt x="31328" y="52267"/>
                    </a:lnTo>
                    <a:lnTo>
                      <a:pt x="32286" y="52122"/>
                    </a:lnTo>
                    <a:lnTo>
                      <a:pt x="33217" y="51952"/>
                    </a:lnTo>
                    <a:lnTo>
                      <a:pt x="33676" y="51847"/>
                    </a:lnTo>
                    <a:lnTo>
                      <a:pt x="34123" y="51755"/>
                    </a:lnTo>
                    <a:lnTo>
                      <a:pt x="34555" y="51637"/>
                    </a:lnTo>
                    <a:lnTo>
                      <a:pt x="34988" y="51519"/>
                    </a:lnTo>
                    <a:lnTo>
                      <a:pt x="35408" y="51401"/>
                    </a:lnTo>
                    <a:lnTo>
                      <a:pt x="35815" y="51270"/>
                    </a:lnTo>
                    <a:lnTo>
                      <a:pt x="36208" y="51138"/>
                    </a:lnTo>
                    <a:lnTo>
                      <a:pt x="36589" y="50994"/>
                    </a:lnTo>
                    <a:lnTo>
                      <a:pt x="36969" y="50837"/>
                    </a:lnTo>
                    <a:lnTo>
                      <a:pt x="37324" y="50692"/>
                    </a:lnTo>
                    <a:lnTo>
                      <a:pt x="37678" y="50522"/>
                    </a:lnTo>
                    <a:lnTo>
                      <a:pt x="38006" y="50351"/>
                    </a:lnTo>
                    <a:lnTo>
                      <a:pt x="38334" y="50181"/>
                    </a:lnTo>
                    <a:lnTo>
                      <a:pt x="38635" y="49997"/>
                    </a:lnTo>
                    <a:lnTo>
                      <a:pt x="38924" y="49813"/>
                    </a:lnTo>
                    <a:lnTo>
                      <a:pt x="39200" y="49617"/>
                    </a:lnTo>
                    <a:lnTo>
                      <a:pt x="39462" y="49407"/>
                    </a:lnTo>
                    <a:lnTo>
                      <a:pt x="39698" y="49197"/>
                    </a:lnTo>
                    <a:lnTo>
                      <a:pt x="39908" y="48987"/>
                    </a:lnTo>
                    <a:lnTo>
                      <a:pt x="40118" y="48751"/>
                    </a:lnTo>
                    <a:lnTo>
                      <a:pt x="40315" y="48488"/>
                    </a:lnTo>
                    <a:lnTo>
                      <a:pt x="40498" y="48200"/>
                    </a:lnTo>
                    <a:lnTo>
                      <a:pt x="40669" y="47898"/>
                    </a:lnTo>
                    <a:lnTo>
                      <a:pt x="40839" y="47570"/>
                    </a:lnTo>
                    <a:lnTo>
                      <a:pt x="40997" y="47229"/>
                    </a:lnTo>
                    <a:lnTo>
                      <a:pt x="41141" y="46862"/>
                    </a:lnTo>
                    <a:lnTo>
                      <a:pt x="41285" y="46481"/>
                    </a:lnTo>
                    <a:lnTo>
                      <a:pt x="41417" y="46088"/>
                    </a:lnTo>
                    <a:lnTo>
                      <a:pt x="41535" y="45668"/>
                    </a:lnTo>
                    <a:lnTo>
                      <a:pt x="41653" y="45248"/>
                    </a:lnTo>
                    <a:lnTo>
                      <a:pt x="41758" y="44802"/>
                    </a:lnTo>
                    <a:lnTo>
                      <a:pt x="41850" y="44343"/>
                    </a:lnTo>
                    <a:lnTo>
                      <a:pt x="41941" y="43884"/>
                    </a:lnTo>
                    <a:lnTo>
                      <a:pt x="42033" y="43398"/>
                    </a:lnTo>
                    <a:lnTo>
                      <a:pt x="42112" y="42900"/>
                    </a:lnTo>
                    <a:lnTo>
                      <a:pt x="42178" y="42401"/>
                    </a:lnTo>
                    <a:lnTo>
                      <a:pt x="42296" y="41378"/>
                    </a:lnTo>
                    <a:lnTo>
                      <a:pt x="42387" y="40315"/>
                    </a:lnTo>
                    <a:lnTo>
                      <a:pt x="42466" y="39240"/>
                    </a:lnTo>
                    <a:lnTo>
                      <a:pt x="42519" y="38151"/>
                    </a:lnTo>
                    <a:lnTo>
                      <a:pt x="42545" y="37049"/>
                    </a:lnTo>
                    <a:lnTo>
                      <a:pt x="42571" y="35947"/>
                    </a:lnTo>
                    <a:lnTo>
                      <a:pt x="42571" y="34845"/>
                    </a:lnTo>
                    <a:lnTo>
                      <a:pt x="42558" y="33756"/>
                    </a:lnTo>
                    <a:lnTo>
                      <a:pt x="42532" y="32693"/>
                    </a:lnTo>
                    <a:lnTo>
                      <a:pt x="42492" y="31657"/>
                    </a:lnTo>
                    <a:lnTo>
                      <a:pt x="42453" y="30647"/>
                    </a:lnTo>
                    <a:lnTo>
                      <a:pt x="42401" y="29676"/>
                    </a:lnTo>
                    <a:lnTo>
                      <a:pt x="42335" y="28757"/>
                    </a:lnTo>
                    <a:lnTo>
                      <a:pt x="42217" y="27091"/>
                    </a:lnTo>
                    <a:lnTo>
                      <a:pt x="42099" y="25701"/>
                    </a:lnTo>
                    <a:lnTo>
                      <a:pt x="42007" y="24638"/>
                    </a:lnTo>
                    <a:lnTo>
                      <a:pt x="41902" y="23720"/>
                    </a:lnTo>
                    <a:lnTo>
                      <a:pt x="52581" y="19377"/>
                    </a:lnTo>
                    <a:lnTo>
                      <a:pt x="52292" y="18459"/>
                    </a:lnTo>
                    <a:lnTo>
                      <a:pt x="52004" y="17554"/>
                    </a:lnTo>
                    <a:lnTo>
                      <a:pt x="51689" y="16688"/>
                    </a:lnTo>
                    <a:lnTo>
                      <a:pt x="51361" y="15861"/>
                    </a:lnTo>
                    <a:lnTo>
                      <a:pt x="51033" y="15048"/>
                    </a:lnTo>
                    <a:lnTo>
                      <a:pt x="50679" y="14274"/>
                    </a:lnTo>
                    <a:lnTo>
                      <a:pt x="50311" y="13513"/>
                    </a:lnTo>
                    <a:lnTo>
                      <a:pt x="49931" y="12792"/>
                    </a:lnTo>
                    <a:lnTo>
                      <a:pt x="49550" y="12083"/>
                    </a:lnTo>
                    <a:lnTo>
                      <a:pt x="49144" y="11414"/>
                    </a:lnTo>
                    <a:lnTo>
                      <a:pt x="48737" y="10758"/>
                    </a:lnTo>
                    <a:lnTo>
                      <a:pt x="48330" y="10142"/>
                    </a:lnTo>
                    <a:lnTo>
                      <a:pt x="47911" y="9538"/>
                    </a:lnTo>
                    <a:lnTo>
                      <a:pt x="47478" y="8961"/>
                    </a:lnTo>
                    <a:lnTo>
                      <a:pt x="47045" y="8410"/>
                    </a:lnTo>
                    <a:lnTo>
                      <a:pt x="46599" y="7885"/>
                    </a:lnTo>
                    <a:lnTo>
                      <a:pt x="46153" y="7373"/>
                    </a:lnTo>
                    <a:lnTo>
                      <a:pt x="45707" y="6888"/>
                    </a:lnTo>
                    <a:lnTo>
                      <a:pt x="45247" y="6429"/>
                    </a:lnTo>
                    <a:lnTo>
                      <a:pt x="44788" y="5983"/>
                    </a:lnTo>
                    <a:lnTo>
                      <a:pt x="44342" y="5563"/>
                    </a:lnTo>
                    <a:lnTo>
                      <a:pt x="43883" y="5156"/>
                    </a:lnTo>
                    <a:lnTo>
                      <a:pt x="43424" y="4776"/>
                    </a:lnTo>
                    <a:lnTo>
                      <a:pt x="42965" y="4409"/>
                    </a:lnTo>
                    <a:lnTo>
                      <a:pt x="42506" y="4067"/>
                    </a:lnTo>
                    <a:lnTo>
                      <a:pt x="42046" y="3739"/>
                    </a:lnTo>
                    <a:lnTo>
                      <a:pt x="41600" y="3425"/>
                    </a:lnTo>
                    <a:lnTo>
                      <a:pt x="41154" y="3136"/>
                    </a:lnTo>
                    <a:lnTo>
                      <a:pt x="40708" y="2860"/>
                    </a:lnTo>
                    <a:lnTo>
                      <a:pt x="40275" y="2598"/>
                    </a:lnTo>
                    <a:lnTo>
                      <a:pt x="39842" y="2362"/>
                    </a:lnTo>
                    <a:lnTo>
                      <a:pt x="39423" y="2139"/>
                    </a:lnTo>
                    <a:lnTo>
                      <a:pt x="38898" y="1877"/>
                    </a:lnTo>
                    <a:lnTo>
                      <a:pt x="38373" y="1627"/>
                    </a:lnTo>
                    <a:lnTo>
                      <a:pt x="37848" y="1404"/>
                    </a:lnTo>
                    <a:lnTo>
                      <a:pt x="37310" y="1194"/>
                    </a:lnTo>
                    <a:lnTo>
                      <a:pt x="36773" y="1011"/>
                    </a:lnTo>
                    <a:lnTo>
                      <a:pt x="36222" y="827"/>
                    </a:lnTo>
                    <a:lnTo>
                      <a:pt x="35671" y="670"/>
                    </a:lnTo>
                    <a:lnTo>
                      <a:pt x="35106" y="538"/>
                    </a:lnTo>
                    <a:lnTo>
                      <a:pt x="34555" y="407"/>
                    </a:lnTo>
                    <a:lnTo>
                      <a:pt x="33978" y="302"/>
                    </a:lnTo>
                    <a:lnTo>
                      <a:pt x="33414" y="210"/>
                    </a:lnTo>
                    <a:lnTo>
                      <a:pt x="32850" y="132"/>
                    </a:lnTo>
                    <a:lnTo>
                      <a:pt x="32273" y="79"/>
                    </a:lnTo>
                    <a:lnTo>
                      <a:pt x="31696" y="40"/>
                    </a:lnTo>
                    <a:lnTo>
                      <a:pt x="31118" y="14"/>
                    </a:lnTo>
                    <a:lnTo>
                      <a:pt x="305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45"/>
              <p:cNvSpPr/>
              <p:nvPr/>
            </p:nvSpPr>
            <p:spPr>
              <a:xfrm>
                <a:off x="1737269" y="3217521"/>
                <a:ext cx="900498" cy="138484"/>
              </a:xfrm>
              <a:custGeom>
                <a:avLst/>
                <a:gdLst/>
                <a:ahLst/>
                <a:cxnLst/>
                <a:rect l="l" t="t" r="r" b="b"/>
                <a:pathLst>
                  <a:path w="50167" h="7715" extrusionOk="0">
                    <a:moveTo>
                      <a:pt x="5143" y="0"/>
                    </a:moveTo>
                    <a:lnTo>
                      <a:pt x="4880" y="26"/>
                    </a:lnTo>
                    <a:lnTo>
                      <a:pt x="4605" y="53"/>
                    </a:lnTo>
                    <a:lnTo>
                      <a:pt x="4329" y="105"/>
                    </a:lnTo>
                    <a:lnTo>
                      <a:pt x="4067" y="158"/>
                    </a:lnTo>
                    <a:lnTo>
                      <a:pt x="3805" y="223"/>
                    </a:lnTo>
                    <a:lnTo>
                      <a:pt x="3555" y="315"/>
                    </a:lnTo>
                    <a:lnTo>
                      <a:pt x="3306" y="407"/>
                    </a:lnTo>
                    <a:lnTo>
                      <a:pt x="3057" y="512"/>
                    </a:lnTo>
                    <a:lnTo>
                      <a:pt x="2821" y="630"/>
                    </a:lnTo>
                    <a:lnTo>
                      <a:pt x="2584" y="761"/>
                    </a:lnTo>
                    <a:lnTo>
                      <a:pt x="2361" y="905"/>
                    </a:lnTo>
                    <a:lnTo>
                      <a:pt x="2152" y="1050"/>
                    </a:lnTo>
                    <a:lnTo>
                      <a:pt x="1942" y="1207"/>
                    </a:lnTo>
                    <a:lnTo>
                      <a:pt x="1732" y="1378"/>
                    </a:lnTo>
                    <a:lnTo>
                      <a:pt x="1548" y="1561"/>
                    </a:lnTo>
                    <a:lnTo>
                      <a:pt x="1364" y="1758"/>
                    </a:lnTo>
                    <a:lnTo>
                      <a:pt x="1194" y="1955"/>
                    </a:lnTo>
                    <a:lnTo>
                      <a:pt x="1023" y="2152"/>
                    </a:lnTo>
                    <a:lnTo>
                      <a:pt x="866" y="2375"/>
                    </a:lnTo>
                    <a:lnTo>
                      <a:pt x="722" y="2598"/>
                    </a:lnTo>
                    <a:lnTo>
                      <a:pt x="590" y="2821"/>
                    </a:lnTo>
                    <a:lnTo>
                      <a:pt x="472" y="3070"/>
                    </a:lnTo>
                    <a:lnTo>
                      <a:pt x="367" y="3306"/>
                    </a:lnTo>
                    <a:lnTo>
                      <a:pt x="276" y="3555"/>
                    </a:lnTo>
                    <a:lnTo>
                      <a:pt x="197" y="3818"/>
                    </a:lnTo>
                    <a:lnTo>
                      <a:pt x="131" y="4080"/>
                    </a:lnTo>
                    <a:lnTo>
                      <a:pt x="66" y="4356"/>
                    </a:lnTo>
                    <a:lnTo>
                      <a:pt x="26" y="4631"/>
                    </a:lnTo>
                    <a:lnTo>
                      <a:pt x="0" y="4907"/>
                    </a:lnTo>
                    <a:lnTo>
                      <a:pt x="0" y="4999"/>
                    </a:lnTo>
                    <a:lnTo>
                      <a:pt x="0" y="5274"/>
                    </a:lnTo>
                    <a:lnTo>
                      <a:pt x="26" y="5536"/>
                    </a:lnTo>
                    <a:lnTo>
                      <a:pt x="92" y="5799"/>
                    </a:lnTo>
                    <a:lnTo>
                      <a:pt x="171" y="6048"/>
                    </a:lnTo>
                    <a:lnTo>
                      <a:pt x="276" y="6284"/>
                    </a:lnTo>
                    <a:lnTo>
                      <a:pt x="407" y="6507"/>
                    </a:lnTo>
                    <a:lnTo>
                      <a:pt x="564" y="6717"/>
                    </a:lnTo>
                    <a:lnTo>
                      <a:pt x="735" y="6914"/>
                    </a:lnTo>
                    <a:lnTo>
                      <a:pt x="932" y="7084"/>
                    </a:lnTo>
                    <a:lnTo>
                      <a:pt x="1128" y="7242"/>
                    </a:lnTo>
                    <a:lnTo>
                      <a:pt x="1351" y="7373"/>
                    </a:lnTo>
                    <a:lnTo>
                      <a:pt x="1587" y="7491"/>
                    </a:lnTo>
                    <a:lnTo>
                      <a:pt x="1837" y="7583"/>
                    </a:lnTo>
                    <a:lnTo>
                      <a:pt x="2099" y="7649"/>
                    </a:lnTo>
                    <a:lnTo>
                      <a:pt x="2361" y="7701"/>
                    </a:lnTo>
                    <a:lnTo>
                      <a:pt x="2637" y="7714"/>
                    </a:lnTo>
                    <a:lnTo>
                      <a:pt x="47530" y="7714"/>
                    </a:lnTo>
                    <a:lnTo>
                      <a:pt x="47806" y="7701"/>
                    </a:lnTo>
                    <a:lnTo>
                      <a:pt x="48068" y="7649"/>
                    </a:lnTo>
                    <a:lnTo>
                      <a:pt x="48330" y="7583"/>
                    </a:lnTo>
                    <a:lnTo>
                      <a:pt x="48580" y="7491"/>
                    </a:lnTo>
                    <a:lnTo>
                      <a:pt x="48816" y="7373"/>
                    </a:lnTo>
                    <a:lnTo>
                      <a:pt x="49039" y="7242"/>
                    </a:lnTo>
                    <a:lnTo>
                      <a:pt x="49236" y="7084"/>
                    </a:lnTo>
                    <a:lnTo>
                      <a:pt x="49432" y="6914"/>
                    </a:lnTo>
                    <a:lnTo>
                      <a:pt x="49603" y="6717"/>
                    </a:lnTo>
                    <a:lnTo>
                      <a:pt x="49747" y="6507"/>
                    </a:lnTo>
                    <a:lnTo>
                      <a:pt x="49878" y="6284"/>
                    </a:lnTo>
                    <a:lnTo>
                      <a:pt x="49996" y="6048"/>
                    </a:lnTo>
                    <a:lnTo>
                      <a:pt x="50075" y="5799"/>
                    </a:lnTo>
                    <a:lnTo>
                      <a:pt x="50128" y="5536"/>
                    </a:lnTo>
                    <a:lnTo>
                      <a:pt x="50167" y="5274"/>
                    </a:lnTo>
                    <a:lnTo>
                      <a:pt x="50167" y="4999"/>
                    </a:lnTo>
                    <a:lnTo>
                      <a:pt x="50167" y="4907"/>
                    </a:lnTo>
                    <a:lnTo>
                      <a:pt x="50141" y="4631"/>
                    </a:lnTo>
                    <a:lnTo>
                      <a:pt x="50101" y="4356"/>
                    </a:lnTo>
                    <a:lnTo>
                      <a:pt x="50036" y="4080"/>
                    </a:lnTo>
                    <a:lnTo>
                      <a:pt x="49970" y="3818"/>
                    </a:lnTo>
                    <a:lnTo>
                      <a:pt x="49891" y="3555"/>
                    </a:lnTo>
                    <a:lnTo>
                      <a:pt x="49800" y="3306"/>
                    </a:lnTo>
                    <a:lnTo>
                      <a:pt x="49695" y="3070"/>
                    </a:lnTo>
                    <a:lnTo>
                      <a:pt x="49563" y="2821"/>
                    </a:lnTo>
                    <a:lnTo>
                      <a:pt x="49432" y="2598"/>
                    </a:lnTo>
                    <a:lnTo>
                      <a:pt x="49301" y="2375"/>
                    </a:lnTo>
                    <a:lnTo>
                      <a:pt x="49144" y="2152"/>
                    </a:lnTo>
                    <a:lnTo>
                      <a:pt x="48973" y="1955"/>
                    </a:lnTo>
                    <a:lnTo>
                      <a:pt x="48803" y="1758"/>
                    </a:lnTo>
                    <a:lnTo>
                      <a:pt x="48619" y="1561"/>
                    </a:lnTo>
                    <a:lnTo>
                      <a:pt x="48422" y="1378"/>
                    </a:lnTo>
                    <a:lnTo>
                      <a:pt x="48225" y="1207"/>
                    </a:lnTo>
                    <a:lnTo>
                      <a:pt x="48015" y="1050"/>
                    </a:lnTo>
                    <a:lnTo>
                      <a:pt x="47806" y="905"/>
                    </a:lnTo>
                    <a:lnTo>
                      <a:pt x="47569" y="761"/>
                    </a:lnTo>
                    <a:lnTo>
                      <a:pt x="47346" y="630"/>
                    </a:lnTo>
                    <a:lnTo>
                      <a:pt x="47110" y="512"/>
                    </a:lnTo>
                    <a:lnTo>
                      <a:pt x="46861" y="407"/>
                    </a:lnTo>
                    <a:lnTo>
                      <a:pt x="46612" y="315"/>
                    </a:lnTo>
                    <a:lnTo>
                      <a:pt x="46362" y="223"/>
                    </a:lnTo>
                    <a:lnTo>
                      <a:pt x="46100" y="158"/>
                    </a:lnTo>
                    <a:lnTo>
                      <a:pt x="45838" y="105"/>
                    </a:lnTo>
                    <a:lnTo>
                      <a:pt x="45562" y="53"/>
                    </a:lnTo>
                    <a:lnTo>
                      <a:pt x="45287" y="26"/>
                    </a:lnTo>
                    <a:lnTo>
                      <a:pt x="45011" y="0"/>
                    </a:lnTo>
                    <a:lnTo>
                      <a:pt x="44736" y="0"/>
                    </a:lnTo>
                    <a:lnTo>
                      <a:pt x="44460" y="13"/>
                    </a:lnTo>
                    <a:lnTo>
                      <a:pt x="44172" y="26"/>
                    </a:lnTo>
                    <a:lnTo>
                      <a:pt x="38622" y="643"/>
                    </a:lnTo>
                    <a:lnTo>
                      <a:pt x="36943" y="827"/>
                    </a:lnTo>
                    <a:lnTo>
                      <a:pt x="35251" y="971"/>
                    </a:lnTo>
                    <a:lnTo>
                      <a:pt x="33558" y="1102"/>
                    </a:lnTo>
                    <a:lnTo>
                      <a:pt x="31866" y="1207"/>
                    </a:lnTo>
                    <a:lnTo>
                      <a:pt x="30174" y="1299"/>
                    </a:lnTo>
                    <a:lnTo>
                      <a:pt x="28468" y="1351"/>
                    </a:lnTo>
                    <a:lnTo>
                      <a:pt x="26776" y="1391"/>
                    </a:lnTo>
                    <a:lnTo>
                      <a:pt x="25084" y="1404"/>
                    </a:lnTo>
                    <a:lnTo>
                      <a:pt x="23391" y="1391"/>
                    </a:lnTo>
                    <a:lnTo>
                      <a:pt x="21686" y="1351"/>
                    </a:lnTo>
                    <a:lnTo>
                      <a:pt x="19993" y="1299"/>
                    </a:lnTo>
                    <a:lnTo>
                      <a:pt x="18301" y="1207"/>
                    </a:lnTo>
                    <a:lnTo>
                      <a:pt x="16609" y="1102"/>
                    </a:lnTo>
                    <a:lnTo>
                      <a:pt x="14916" y="971"/>
                    </a:lnTo>
                    <a:lnTo>
                      <a:pt x="13224" y="827"/>
                    </a:lnTo>
                    <a:lnTo>
                      <a:pt x="11545" y="643"/>
                    </a:lnTo>
                    <a:lnTo>
                      <a:pt x="5982" y="26"/>
                    </a:lnTo>
                    <a:lnTo>
                      <a:pt x="5707" y="13"/>
                    </a:lnTo>
                    <a:lnTo>
                      <a:pt x="54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45"/>
              <p:cNvSpPr/>
              <p:nvPr/>
            </p:nvSpPr>
            <p:spPr>
              <a:xfrm>
                <a:off x="1845813" y="2327380"/>
                <a:ext cx="683159" cy="855766"/>
              </a:xfrm>
              <a:custGeom>
                <a:avLst/>
                <a:gdLst/>
                <a:ahLst/>
                <a:cxnLst/>
                <a:rect l="l" t="t" r="r" b="b"/>
                <a:pathLst>
                  <a:path w="38059" h="47675" extrusionOk="0">
                    <a:moveTo>
                      <a:pt x="18958" y="0"/>
                    </a:moveTo>
                    <a:lnTo>
                      <a:pt x="18381" y="13"/>
                    </a:lnTo>
                    <a:lnTo>
                      <a:pt x="17790" y="40"/>
                    </a:lnTo>
                    <a:lnTo>
                      <a:pt x="17200" y="79"/>
                    </a:lnTo>
                    <a:lnTo>
                      <a:pt x="16610" y="158"/>
                    </a:lnTo>
                    <a:lnTo>
                      <a:pt x="16019" y="236"/>
                    </a:lnTo>
                    <a:lnTo>
                      <a:pt x="15429" y="341"/>
                    </a:lnTo>
                    <a:lnTo>
                      <a:pt x="14825" y="473"/>
                    </a:lnTo>
                    <a:lnTo>
                      <a:pt x="14235" y="617"/>
                    </a:lnTo>
                    <a:lnTo>
                      <a:pt x="13631" y="787"/>
                    </a:lnTo>
                    <a:lnTo>
                      <a:pt x="13185" y="932"/>
                    </a:lnTo>
                    <a:lnTo>
                      <a:pt x="12739" y="1076"/>
                    </a:lnTo>
                    <a:lnTo>
                      <a:pt x="12359" y="1207"/>
                    </a:lnTo>
                    <a:lnTo>
                      <a:pt x="11979" y="1352"/>
                    </a:lnTo>
                    <a:lnTo>
                      <a:pt x="11611" y="1509"/>
                    </a:lnTo>
                    <a:lnTo>
                      <a:pt x="11244" y="1653"/>
                    </a:lnTo>
                    <a:lnTo>
                      <a:pt x="10890" y="1824"/>
                    </a:lnTo>
                    <a:lnTo>
                      <a:pt x="10522" y="1994"/>
                    </a:lnTo>
                    <a:lnTo>
                      <a:pt x="10181" y="2178"/>
                    </a:lnTo>
                    <a:lnTo>
                      <a:pt x="9827" y="2362"/>
                    </a:lnTo>
                    <a:lnTo>
                      <a:pt x="9486" y="2559"/>
                    </a:lnTo>
                    <a:lnTo>
                      <a:pt x="9145" y="2755"/>
                    </a:lnTo>
                    <a:lnTo>
                      <a:pt x="8817" y="2952"/>
                    </a:lnTo>
                    <a:lnTo>
                      <a:pt x="8489" y="3175"/>
                    </a:lnTo>
                    <a:lnTo>
                      <a:pt x="8174" y="3385"/>
                    </a:lnTo>
                    <a:lnTo>
                      <a:pt x="7859" y="3608"/>
                    </a:lnTo>
                    <a:lnTo>
                      <a:pt x="7544" y="3844"/>
                    </a:lnTo>
                    <a:lnTo>
                      <a:pt x="7243" y="4080"/>
                    </a:lnTo>
                    <a:lnTo>
                      <a:pt x="6941" y="4330"/>
                    </a:lnTo>
                    <a:lnTo>
                      <a:pt x="6639" y="4579"/>
                    </a:lnTo>
                    <a:lnTo>
                      <a:pt x="6350" y="4828"/>
                    </a:lnTo>
                    <a:lnTo>
                      <a:pt x="6062" y="5090"/>
                    </a:lnTo>
                    <a:lnTo>
                      <a:pt x="5786" y="5353"/>
                    </a:lnTo>
                    <a:lnTo>
                      <a:pt x="5511" y="5628"/>
                    </a:lnTo>
                    <a:lnTo>
                      <a:pt x="4986" y="6192"/>
                    </a:lnTo>
                    <a:lnTo>
                      <a:pt x="4488" y="6770"/>
                    </a:lnTo>
                    <a:lnTo>
                      <a:pt x="4002" y="7373"/>
                    </a:lnTo>
                    <a:lnTo>
                      <a:pt x="3556" y="7990"/>
                    </a:lnTo>
                    <a:lnTo>
                      <a:pt x="3123" y="8619"/>
                    </a:lnTo>
                    <a:lnTo>
                      <a:pt x="2717" y="9275"/>
                    </a:lnTo>
                    <a:lnTo>
                      <a:pt x="2336" y="9945"/>
                    </a:lnTo>
                    <a:lnTo>
                      <a:pt x="1982" y="10627"/>
                    </a:lnTo>
                    <a:lnTo>
                      <a:pt x="1654" y="11322"/>
                    </a:lnTo>
                    <a:lnTo>
                      <a:pt x="1365" y="12044"/>
                    </a:lnTo>
                    <a:lnTo>
                      <a:pt x="1090" y="12765"/>
                    </a:lnTo>
                    <a:lnTo>
                      <a:pt x="854" y="13500"/>
                    </a:lnTo>
                    <a:lnTo>
                      <a:pt x="644" y="14248"/>
                    </a:lnTo>
                    <a:lnTo>
                      <a:pt x="460" y="15008"/>
                    </a:lnTo>
                    <a:lnTo>
                      <a:pt x="303" y="15769"/>
                    </a:lnTo>
                    <a:lnTo>
                      <a:pt x="237" y="16163"/>
                    </a:lnTo>
                    <a:lnTo>
                      <a:pt x="185" y="16543"/>
                    </a:lnTo>
                    <a:lnTo>
                      <a:pt x="132" y="16937"/>
                    </a:lnTo>
                    <a:lnTo>
                      <a:pt x="93" y="17331"/>
                    </a:lnTo>
                    <a:lnTo>
                      <a:pt x="53" y="17724"/>
                    </a:lnTo>
                    <a:lnTo>
                      <a:pt x="27" y="18118"/>
                    </a:lnTo>
                    <a:lnTo>
                      <a:pt x="14" y="18511"/>
                    </a:lnTo>
                    <a:lnTo>
                      <a:pt x="1" y="18918"/>
                    </a:lnTo>
                    <a:lnTo>
                      <a:pt x="1" y="19311"/>
                    </a:lnTo>
                    <a:lnTo>
                      <a:pt x="14" y="19718"/>
                    </a:lnTo>
                    <a:lnTo>
                      <a:pt x="27" y="20112"/>
                    </a:lnTo>
                    <a:lnTo>
                      <a:pt x="53" y="20518"/>
                    </a:lnTo>
                    <a:lnTo>
                      <a:pt x="906" y="33060"/>
                    </a:lnTo>
                    <a:lnTo>
                      <a:pt x="932" y="33493"/>
                    </a:lnTo>
                    <a:lnTo>
                      <a:pt x="985" y="33939"/>
                    </a:lnTo>
                    <a:lnTo>
                      <a:pt x="1037" y="34372"/>
                    </a:lnTo>
                    <a:lnTo>
                      <a:pt x="1103" y="34792"/>
                    </a:lnTo>
                    <a:lnTo>
                      <a:pt x="1182" y="35212"/>
                    </a:lnTo>
                    <a:lnTo>
                      <a:pt x="1273" y="35618"/>
                    </a:lnTo>
                    <a:lnTo>
                      <a:pt x="1365" y="36025"/>
                    </a:lnTo>
                    <a:lnTo>
                      <a:pt x="1470" y="36419"/>
                    </a:lnTo>
                    <a:lnTo>
                      <a:pt x="1588" y="36812"/>
                    </a:lnTo>
                    <a:lnTo>
                      <a:pt x="1719" y="37193"/>
                    </a:lnTo>
                    <a:lnTo>
                      <a:pt x="1851" y="37573"/>
                    </a:lnTo>
                    <a:lnTo>
                      <a:pt x="1995" y="37940"/>
                    </a:lnTo>
                    <a:lnTo>
                      <a:pt x="2152" y="38308"/>
                    </a:lnTo>
                    <a:lnTo>
                      <a:pt x="2310" y="38662"/>
                    </a:lnTo>
                    <a:lnTo>
                      <a:pt x="2480" y="39016"/>
                    </a:lnTo>
                    <a:lnTo>
                      <a:pt x="2664" y="39357"/>
                    </a:lnTo>
                    <a:lnTo>
                      <a:pt x="2861" y="39698"/>
                    </a:lnTo>
                    <a:lnTo>
                      <a:pt x="3058" y="40026"/>
                    </a:lnTo>
                    <a:lnTo>
                      <a:pt x="3254" y="40354"/>
                    </a:lnTo>
                    <a:lnTo>
                      <a:pt x="3477" y="40669"/>
                    </a:lnTo>
                    <a:lnTo>
                      <a:pt x="3687" y="40984"/>
                    </a:lnTo>
                    <a:lnTo>
                      <a:pt x="3923" y="41286"/>
                    </a:lnTo>
                    <a:lnTo>
                      <a:pt x="4160" y="41588"/>
                    </a:lnTo>
                    <a:lnTo>
                      <a:pt x="4409" y="41876"/>
                    </a:lnTo>
                    <a:lnTo>
                      <a:pt x="4724" y="42230"/>
                    </a:lnTo>
                    <a:lnTo>
                      <a:pt x="5052" y="42571"/>
                    </a:lnTo>
                    <a:lnTo>
                      <a:pt x="5393" y="42899"/>
                    </a:lnTo>
                    <a:lnTo>
                      <a:pt x="5747" y="43214"/>
                    </a:lnTo>
                    <a:lnTo>
                      <a:pt x="6101" y="43529"/>
                    </a:lnTo>
                    <a:lnTo>
                      <a:pt x="6482" y="43831"/>
                    </a:lnTo>
                    <a:lnTo>
                      <a:pt x="6862" y="44120"/>
                    </a:lnTo>
                    <a:lnTo>
                      <a:pt x="7256" y="44395"/>
                    </a:lnTo>
                    <a:lnTo>
                      <a:pt x="7649" y="44657"/>
                    </a:lnTo>
                    <a:lnTo>
                      <a:pt x="8069" y="44907"/>
                    </a:lnTo>
                    <a:lnTo>
                      <a:pt x="8489" y="45156"/>
                    </a:lnTo>
                    <a:lnTo>
                      <a:pt x="8922" y="45392"/>
                    </a:lnTo>
                    <a:lnTo>
                      <a:pt x="9355" y="45615"/>
                    </a:lnTo>
                    <a:lnTo>
                      <a:pt x="9801" y="45825"/>
                    </a:lnTo>
                    <a:lnTo>
                      <a:pt x="10260" y="46022"/>
                    </a:lnTo>
                    <a:lnTo>
                      <a:pt x="10719" y="46205"/>
                    </a:lnTo>
                    <a:lnTo>
                      <a:pt x="11191" y="46389"/>
                    </a:lnTo>
                    <a:lnTo>
                      <a:pt x="11677" y="46547"/>
                    </a:lnTo>
                    <a:lnTo>
                      <a:pt x="12162" y="46704"/>
                    </a:lnTo>
                    <a:lnTo>
                      <a:pt x="12661" y="46848"/>
                    </a:lnTo>
                    <a:lnTo>
                      <a:pt x="13159" y="46979"/>
                    </a:lnTo>
                    <a:lnTo>
                      <a:pt x="13658" y="47098"/>
                    </a:lnTo>
                    <a:lnTo>
                      <a:pt x="14182" y="47216"/>
                    </a:lnTo>
                    <a:lnTo>
                      <a:pt x="14694" y="47307"/>
                    </a:lnTo>
                    <a:lnTo>
                      <a:pt x="15219" y="47399"/>
                    </a:lnTo>
                    <a:lnTo>
                      <a:pt x="15757" y="47465"/>
                    </a:lnTo>
                    <a:lnTo>
                      <a:pt x="16282" y="47530"/>
                    </a:lnTo>
                    <a:lnTo>
                      <a:pt x="16833" y="47583"/>
                    </a:lnTo>
                    <a:lnTo>
                      <a:pt x="17370" y="47622"/>
                    </a:lnTo>
                    <a:lnTo>
                      <a:pt x="17921" y="47662"/>
                    </a:lnTo>
                    <a:lnTo>
                      <a:pt x="18472" y="47675"/>
                    </a:lnTo>
                    <a:lnTo>
                      <a:pt x="19037" y="47675"/>
                    </a:lnTo>
                    <a:lnTo>
                      <a:pt x="19929" y="47662"/>
                    </a:lnTo>
                    <a:lnTo>
                      <a:pt x="20808" y="47622"/>
                    </a:lnTo>
                    <a:lnTo>
                      <a:pt x="21673" y="47544"/>
                    </a:lnTo>
                    <a:lnTo>
                      <a:pt x="22526" y="47439"/>
                    </a:lnTo>
                    <a:lnTo>
                      <a:pt x="23379" y="47307"/>
                    </a:lnTo>
                    <a:lnTo>
                      <a:pt x="23786" y="47229"/>
                    </a:lnTo>
                    <a:lnTo>
                      <a:pt x="24205" y="47150"/>
                    </a:lnTo>
                    <a:lnTo>
                      <a:pt x="24612" y="47058"/>
                    </a:lnTo>
                    <a:lnTo>
                      <a:pt x="25019" y="46953"/>
                    </a:lnTo>
                    <a:lnTo>
                      <a:pt x="25412" y="46848"/>
                    </a:lnTo>
                    <a:lnTo>
                      <a:pt x="25806" y="46730"/>
                    </a:lnTo>
                    <a:lnTo>
                      <a:pt x="26199" y="46612"/>
                    </a:lnTo>
                    <a:lnTo>
                      <a:pt x="26593" y="46481"/>
                    </a:lnTo>
                    <a:lnTo>
                      <a:pt x="26973" y="46350"/>
                    </a:lnTo>
                    <a:lnTo>
                      <a:pt x="27341" y="46205"/>
                    </a:lnTo>
                    <a:lnTo>
                      <a:pt x="27721" y="46061"/>
                    </a:lnTo>
                    <a:lnTo>
                      <a:pt x="28089" y="45904"/>
                    </a:lnTo>
                    <a:lnTo>
                      <a:pt x="28443" y="45733"/>
                    </a:lnTo>
                    <a:lnTo>
                      <a:pt x="28797" y="45563"/>
                    </a:lnTo>
                    <a:lnTo>
                      <a:pt x="29151" y="45392"/>
                    </a:lnTo>
                    <a:lnTo>
                      <a:pt x="29492" y="45208"/>
                    </a:lnTo>
                    <a:lnTo>
                      <a:pt x="29833" y="45012"/>
                    </a:lnTo>
                    <a:lnTo>
                      <a:pt x="30175" y="44815"/>
                    </a:lnTo>
                    <a:lnTo>
                      <a:pt x="30502" y="44605"/>
                    </a:lnTo>
                    <a:lnTo>
                      <a:pt x="30817" y="44395"/>
                    </a:lnTo>
                    <a:lnTo>
                      <a:pt x="31132" y="44172"/>
                    </a:lnTo>
                    <a:lnTo>
                      <a:pt x="31447" y="43949"/>
                    </a:lnTo>
                    <a:lnTo>
                      <a:pt x="31749" y="43713"/>
                    </a:lnTo>
                    <a:lnTo>
                      <a:pt x="32037" y="43464"/>
                    </a:lnTo>
                    <a:lnTo>
                      <a:pt x="32326" y="43214"/>
                    </a:lnTo>
                    <a:lnTo>
                      <a:pt x="32615" y="42965"/>
                    </a:lnTo>
                    <a:lnTo>
                      <a:pt x="32890" y="42703"/>
                    </a:lnTo>
                    <a:lnTo>
                      <a:pt x="33153" y="42427"/>
                    </a:lnTo>
                    <a:lnTo>
                      <a:pt x="33415" y="42152"/>
                    </a:lnTo>
                    <a:lnTo>
                      <a:pt x="33664" y="41876"/>
                    </a:lnTo>
                    <a:lnTo>
                      <a:pt x="33913" y="41588"/>
                    </a:lnTo>
                    <a:lnTo>
                      <a:pt x="34150" y="41286"/>
                    </a:lnTo>
                    <a:lnTo>
                      <a:pt x="34373" y="40984"/>
                    </a:lnTo>
                    <a:lnTo>
                      <a:pt x="34596" y="40669"/>
                    </a:lnTo>
                    <a:lnTo>
                      <a:pt x="34819" y="40354"/>
                    </a:lnTo>
                    <a:lnTo>
                      <a:pt x="35015" y="40026"/>
                    </a:lnTo>
                    <a:lnTo>
                      <a:pt x="35212" y="39698"/>
                    </a:lnTo>
                    <a:lnTo>
                      <a:pt x="35409" y="39357"/>
                    </a:lnTo>
                    <a:lnTo>
                      <a:pt x="35580" y="39016"/>
                    </a:lnTo>
                    <a:lnTo>
                      <a:pt x="35763" y="38662"/>
                    </a:lnTo>
                    <a:lnTo>
                      <a:pt x="35921" y="38308"/>
                    </a:lnTo>
                    <a:lnTo>
                      <a:pt x="36078" y="37940"/>
                    </a:lnTo>
                    <a:lnTo>
                      <a:pt x="36222" y="37573"/>
                    </a:lnTo>
                    <a:lnTo>
                      <a:pt x="36354" y="37193"/>
                    </a:lnTo>
                    <a:lnTo>
                      <a:pt x="36485" y="36812"/>
                    </a:lnTo>
                    <a:lnTo>
                      <a:pt x="36590" y="36419"/>
                    </a:lnTo>
                    <a:lnTo>
                      <a:pt x="36708" y="36025"/>
                    </a:lnTo>
                    <a:lnTo>
                      <a:pt x="36800" y="35618"/>
                    </a:lnTo>
                    <a:lnTo>
                      <a:pt x="36891" y="35212"/>
                    </a:lnTo>
                    <a:lnTo>
                      <a:pt x="36970" y="34792"/>
                    </a:lnTo>
                    <a:lnTo>
                      <a:pt x="37036" y="34372"/>
                    </a:lnTo>
                    <a:lnTo>
                      <a:pt x="37088" y="33939"/>
                    </a:lnTo>
                    <a:lnTo>
                      <a:pt x="37128" y="33493"/>
                    </a:lnTo>
                    <a:lnTo>
                      <a:pt x="37167" y="33060"/>
                    </a:lnTo>
                    <a:lnTo>
                      <a:pt x="37062" y="33349"/>
                    </a:lnTo>
                    <a:lnTo>
                      <a:pt x="36931" y="33690"/>
                    </a:lnTo>
                    <a:lnTo>
                      <a:pt x="36747" y="34136"/>
                    </a:lnTo>
                    <a:lnTo>
                      <a:pt x="36852" y="33703"/>
                    </a:lnTo>
                    <a:lnTo>
                      <a:pt x="36957" y="33270"/>
                    </a:lnTo>
                    <a:lnTo>
                      <a:pt x="37049" y="32837"/>
                    </a:lnTo>
                    <a:lnTo>
                      <a:pt x="37128" y="32391"/>
                    </a:lnTo>
                    <a:lnTo>
                      <a:pt x="37193" y="31945"/>
                    </a:lnTo>
                    <a:lnTo>
                      <a:pt x="37259" y="31499"/>
                    </a:lnTo>
                    <a:lnTo>
                      <a:pt x="37298" y="31040"/>
                    </a:lnTo>
                    <a:lnTo>
                      <a:pt x="37337" y="30581"/>
                    </a:lnTo>
                    <a:lnTo>
                      <a:pt x="38020" y="20676"/>
                    </a:lnTo>
                    <a:lnTo>
                      <a:pt x="38046" y="20046"/>
                    </a:lnTo>
                    <a:lnTo>
                      <a:pt x="38059" y="19430"/>
                    </a:lnTo>
                    <a:lnTo>
                      <a:pt x="38059" y="18826"/>
                    </a:lnTo>
                    <a:lnTo>
                      <a:pt x="38033" y="18223"/>
                    </a:lnTo>
                    <a:lnTo>
                      <a:pt x="37980" y="17619"/>
                    </a:lnTo>
                    <a:lnTo>
                      <a:pt x="37928" y="17029"/>
                    </a:lnTo>
                    <a:lnTo>
                      <a:pt x="37849" y="16438"/>
                    </a:lnTo>
                    <a:lnTo>
                      <a:pt x="37744" y="15848"/>
                    </a:lnTo>
                    <a:lnTo>
                      <a:pt x="37639" y="15271"/>
                    </a:lnTo>
                    <a:lnTo>
                      <a:pt x="37508" y="14707"/>
                    </a:lnTo>
                    <a:lnTo>
                      <a:pt x="37351" y="14143"/>
                    </a:lnTo>
                    <a:lnTo>
                      <a:pt x="37193" y="13592"/>
                    </a:lnTo>
                    <a:lnTo>
                      <a:pt x="37009" y="13041"/>
                    </a:lnTo>
                    <a:lnTo>
                      <a:pt x="36813" y="12490"/>
                    </a:lnTo>
                    <a:lnTo>
                      <a:pt x="36603" y="11965"/>
                    </a:lnTo>
                    <a:lnTo>
                      <a:pt x="36380" y="11440"/>
                    </a:lnTo>
                    <a:lnTo>
                      <a:pt x="36131" y="10915"/>
                    </a:lnTo>
                    <a:lnTo>
                      <a:pt x="35881" y="10404"/>
                    </a:lnTo>
                    <a:lnTo>
                      <a:pt x="35606" y="9905"/>
                    </a:lnTo>
                    <a:lnTo>
                      <a:pt x="35330" y="9420"/>
                    </a:lnTo>
                    <a:lnTo>
                      <a:pt x="35029" y="8934"/>
                    </a:lnTo>
                    <a:lnTo>
                      <a:pt x="34714" y="8462"/>
                    </a:lnTo>
                    <a:lnTo>
                      <a:pt x="34399" y="8003"/>
                    </a:lnTo>
                    <a:lnTo>
                      <a:pt x="34058" y="7557"/>
                    </a:lnTo>
                    <a:lnTo>
                      <a:pt x="33704" y="7111"/>
                    </a:lnTo>
                    <a:lnTo>
                      <a:pt x="33349" y="6678"/>
                    </a:lnTo>
                    <a:lnTo>
                      <a:pt x="32969" y="6258"/>
                    </a:lnTo>
                    <a:lnTo>
                      <a:pt x="32588" y="5851"/>
                    </a:lnTo>
                    <a:lnTo>
                      <a:pt x="32195" y="5458"/>
                    </a:lnTo>
                    <a:lnTo>
                      <a:pt x="31788" y="5064"/>
                    </a:lnTo>
                    <a:lnTo>
                      <a:pt x="31368" y="4697"/>
                    </a:lnTo>
                    <a:lnTo>
                      <a:pt x="30935" y="4330"/>
                    </a:lnTo>
                    <a:lnTo>
                      <a:pt x="30502" y="3988"/>
                    </a:lnTo>
                    <a:lnTo>
                      <a:pt x="30056" y="3647"/>
                    </a:lnTo>
                    <a:lnTo>
                      <a:pt x="29597" y="3319"/>
                    </a:lnTo>
                    <a:lnTo>
                      <a:pt x="29138" y="3018"/>
                    </a:lnTo>
                    <a:lnTo>
                      <a:pt x="28653" y="2716"/>
                    </a:lnTo>
                    <a:lnTo>
                      <a:pt x="28180" y="2440"/>
                    </a:lnTo>
                    <a:lnTo>
                      <a:pt x="27682" y="2165"/>
                    </a:lnTo>
                    <a:lnTo>
                      <a:pt x="27183" y="1916"/>
                    </a:lnTo>
                    <a:lnTo>
                      <a:pt x="26685" y="1680"/>
                    </a:lnTo>
                    <a:lnTo>
                      <a:pt x="26160" y="1443"/>
                    </a:lnTo>
                    <a:lnTo>
                      <a:pt x="25648" y="1233"/>
                    </a:lnTo>
                    <a:lnTo>
                      <a:pt x="25111" y="1050"/>
                    </a:lnTo>
                    <a:lnTo>
                      <a:pt x="24586" y="866"/>
                    </a:lnTo>
                    <a:lnTo>
                      <a:pt x="24048" y="709"/>
                    </a:lnTo>
                    <a:lnTo>
                      <a:pt x="23497" y="551"/>
                    </a:lnTo>
                    <a:lnTo>
                      <a:pt x="22946" y="433"/>
                    </a:lnTo>
                    <a:lnTo>
                      <a:pt x="22395" y="315"/>
                    </a:lnTo>
                    <a:lnTo>
                      <a:pt x="21831" y="223"/>
                    </a:lnTo>
                    <a:lnTo>
                      <a:pt x="21267" y="145"/>
                    </a:lnTo>
                    <a:lnTo>
                      <a:pt x="20689" y="79"/>
                    </a:lnTo>
                    <a:lnTo>
                      <a:pt x="20125" y="27"/>
                    </a:lnTo>
                    <a:lnTo>
                      <a:pt x="195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45"/>
              <p:cNvSpPr/>
              <p:nvPr/>
            </p:nvSpPr>
            <p:spPr>
              <a:xfrm>
                <a:off x="2064354" y="2534129"/>
                <a:ext cx="246328" cy="126942"/>
              </a:xfrm>
              <a:custGeom>
                <a:avLst/>
                <a:gdLst/>
                <a:ahLst/>
                <a:cxnLst/>
                <a:rect l="l" t="t" r="r" b="b"/>
                <a:pathLst>
                  <a:path w="13723" h="7072" extrusionOk="0">
                    <a:moveTo>
                      <a:pt x="3346" y="1"/>
                    </a:moveTo>
                    <a:lnTo>
                      <a:pt x="3175" y="14"/>
                    </a:lnTo>
                    <a:lnTo>
                      <a:pt x="2991" y="40"/>
                    </a:lnTo>
                    <a:lnTo>
                      <a:pt x="2821" y="66"/>
                    </a:lnTo>
                    <a:lnTo>
                      <a:pt x="2650" y="106"/>
                    </a:lnTo>
                    <a:lnTo>
                      <a:pt x="2480" y="158"/>
                    </a:lnTo>
                    <a:lnTo>
                      <a:pt x="2322" y="211"/>
                    </a:lnTo>
                    <a:lnTo>
                      <a:pt x="2152" y="276"/>
                    </a:lnTo>
                    <a:lnTo>
                      <a:pt x="2007" y="342"/>
                    </a:lnTo>
                    <a:lnTo>
                      <a:pt x="1850" y="421"/>
                    </a:lnTo>
                    <a:lnTo>
                      <a:pt x="1706" y="512"/>
                    </a:lnTo>
                    <a:lnTo>
                      <a:pt x="1561" y="604"/>
                    </a:lnTo>
                    <a:lnTo>
                      <a:pt x="1417" y="696"/>
                    </a:lnTo>
                    <a:lnTo>
                      <a:pt x="1286" y="801"/>
                    </a:lnTo>
                    <a:lnTo>
                      <a:pt x="1155" y="919"/>
                    </a:lnTo>
                    <a:lnTo>
                      <a:pt x="1037" y="1037"/>
                    </a:lnTo>
                    <a:lnTo>
                      <a:pt x="919" y="1155"/>
                    </a:lnTo>
                    <a:lnTo>
                      <a:pt x="801" y="1286"/>
                    </a:lnTo>
                    <a:lnTo>
                      <a:pt x="696" y="1418"/>
                    </a:lnTo>
                    <a:lnTo>
                      <a:pt x="604" y="1562"/>
                    </a:lnTo>
                    <a:lnTo>
                      <a:pt x="512" y="1706"/>
                    </a:lnTo>
                    <a:lnTo>
                      <a:pt x="420" y="1851"/>
                    </a:lnTo>
                    <a:lnTo>
                      <a:pt x="341" y="1995"/>
                    </a:lnTo>
                    <a:lnTo>
                      <a:pt x="276" y="2152"/>
                    </a:lnTo>
                    <a:lnTo>
                      <a:pt x="210" y="2323"/>
                    </a:lnTo>
                    <a:lnTo>
                      <a:pt x="158" y="2480"/>
                    </a:lnTo>
                    <a:lnTo>
                      <a:pt x="105" y="2651"/>
                    </a:lnTo>
                    <a:lnTo>
                      <a:pt x="66" y="2821"/>
                    </a:lnTo>
                    <a:lnTo>
                      <a:pt x="40" y="2992"/>
                    </a:lnTo>
                    <a:lnTo>
                      <a:pt x="13" y="3176"/>
                    </a:lnTo>
                    <a:lnTo>
                      <a:pt x="0" y="3346"/>
                    </a:lnTo>
                    <a:lnTo>
                      <a:pt x="0" y="3530"/>
                    </a:lnTo>
                    <a:lnTo>
                      <a:pt x="0" y="3713"/>
                    </a:lnTo>
                    <a:lnTo>
                      <a:pt x="13" y="3897"/>
                    </a:lnTo>
                    <a:lnTo>
                      <a:pt x="40" y="4068"/>
                    </a:lnTo>
                    <a:lnTo>
                      <a:pt x="66" y="4251"/>
                    </a:lnTo>
                    <a:lnTo>
                      <a:pt x="105" y="4422"/>
                    </a:lnTo>
                    <a:lnTo>
                      <a:pt x="158" y="4579"/>
                    </a:lnTo>
                    <a:lnTo>
                      <a:pt x="210" y="4750"/>
                    </a:lnTo>
                    <a:lnTo>
                      <a:pt x="276" y="4907"/>
                    </a:lnTo>
                    <a:lnTo>
                      <a:pt x="341" y="5065"/>
                    </a:lnTo>
                    <a:lnTo>
                      <a:pt x="420" y="5222"/>
                    </a:lnTo>
                    <a:lnTo>
                      <a:pt x="512" y="5366"/>
                    </a:lnTo>
                    <a:lnTo>
                      <a:pt x="604" y="5511"/>
                    </a:lnTo>
                    <a:lnTo>
                      <a:pt x="696" y="5655"/>
                    </a:lnTo>
                    <a:lnTo>
                      <a:pt x="801" y="5786"/>
                    </a:lnTo>
                    <a:lnTo>
                      <a:pt x="919" y="5904"/>
                    </a:lnTo>
                    <a:lnTo>
                      <a:pt x="1037" y="6036"/>
                    </a:lnTo>
                    <a:lnTo>
                      <a:pt x="1155" y="6154"/>
                    </a:lnTo>
                    <a:lnTo>
                      <a:pt x="1286" y="6259"/>
                    </a:lnTo>
                    <a:lnTo>
                      <a:pt x="1417" y="6364"/>
                    </a:lnTo>
                    <a:lnTo>
                      <a:pt x="1561" y="6468"/>
                    </a:lnTo>
                    <a:lnTo>
                      <a:pt x="1706" y="6560"/>
                    </a:lnTo>
                    <a:lnTo>
                      <a:pt x="1850" y="6639"/>
                    </a:lnTo>
                    <a:lnTo>
                      <a:pt x="2007" y="6718"/>
                    </a:lnTo>
                    <a:lnTo>
                      <a:pt x="2152" y="6796"/>
                    </a:lnTo>
                    <a:lnTo>
                      <a:pt x="2322" y="6849"/>
                    </a:lnTo>
                    <a:lnTo>
                      <a:pt x="2480" y="6915"/>
                    </a:lnTo>
                    <a:lnTo>
                      <a:pt x="2650" y="6954"/>
                    </a:lnTo>
                    <a:lnTo>
                      <a:pt x="2821" y="6993"/>
                    </a:lnTo>
                    <a:lnTo>
                      <a:pt x="2991" y="7033"/>
                    </a:lnTo>
                    <a:lnTo>
                      <a:pt x="3175" y="7046"/>
                    </a:lnTo>
                    <a:lnTo>
                      <a:pt x="3346" y="7059"/>
                    </a:lnTo>
                    <a:lnTo>
                      <a:pt x="3529" y="7072"/>
                    </a:lnTo>
                    <a:lnTo>
                      <a:pt x="10194" y="7072"/>
                    </a:lnTo>
                    <a:lnTo>
                      <a:pt x="10364" y="7059"/>
                    </a:lnTo>
                    <a:lnTo>
                      <a:pt x="10548" y="7046"/>
                    </a:lnTo>
                    <a:lnTo>
                      <a:pt x="10732" y="7033"/>
                    </a:lnTo>
                    <a:lnTo>
                      <a:pt x="10902" y="6993"/>
                    </a:lnTo>
                    <a:lnTo>
                      <a:pt x="11073" y="6954"/>
                    </a:lnTo>
                    <a:lnTo>
                      <a:pt x="11243" y="6915"/>
                    </a:lnTo>
                    <a:lnTo>
                      <a:pt x="11401" y="6849"/>
                    </a:lnTo>
                    <a:lnTo>
                      <a:pt x="11558" y="6796"/>
                    </a:lnTo>
                    <a:lnTo>
                      <a:pt x="11716" y="6718"/>
                    </a:lnTo>
                    <a:lnTo>
                      <a:pt x="11873" y="6639"/>
                    </a:lnTo>
                    <a:lnTo>
                      <a:pt x="12017" y="6560"/>
                    </a:lnTo>
                    <a:lnTo>
                      <a:pt x="12162" y="6468"/>
                    </a:lnTo>
                    <a:lnTo>
                      <a:pt x="12306" y="6364"/>
                    </a:lnTo>
                    <a:lnTo>
                      <a:pt x="12437" y="6259"/>
                    </a:lnTo>
                    <a:lnTo>
                      <a:pt x="12568" y="6154"/>
                    </a:lnTo>
                    <a:lnTo>
                      <a:pt x="12686" y="6036"/>
                    </a:lnTo>
                    <a:lnTo>
                      <a:pt x="12804" y="5904"/>
                    </a:lnTo>
                    <a:lnTo>
                      <a:pt x="12909" y="5786"/>
                    </a:lnTo>
                    <a:lnTo>
                      <a:pt x="13014" y="5655"/>
                    </a:lnTo>
                    <a:lnTo>
                      <a:pt x="13119" y="5511"/>
                    </a:lnTo>
                    <a:lnTo>
                      <a:pt x="13211" y="5366"/>
                    </a:lnTo>
                    <a:lnTo>
                      <a:pt x="13290" y="5222"/>
                    </a:lnTo>
                    <a:lnTo>
                      <a:pt x="13369" y="5065"/>
                    </a:lnTo>
                    <a:lnTo>
                      <a:pt x="13447" y="4907"/>
                    </a:lnTo>
                    <a:lnTo>
                      <a:pt x="13513" y="4750"/>
                    </a:lnTo>
                    <a:lnTo>
                      <a:pt x="13565" y="4579"/>
                    </a:lnTo>
                    <a:lnTo>
                      <a:pt x="13618" y="4422"/>
                    </a:lnTo>
                    <a:lnTo>
                      <a:pt x="13657" y="4251"/>
                    </a:lnTo>
                    <a:lnTo>
                      <a:pt x="13683" y="4068"/>
                    </a:lnTo>
                    <a:lnTo>
                      <a:pt x="13710" y="3897"/>
                    </a:lnTo>
                    <a:lnTo>
                      <a:pt x="13723" y="3713"/>
                    </a:lnTo>
                    <a:lnTo>
                      <a:pt x="13723" y="3530"/>
                    </a:lnTo>
                    <a:lnTo>
                      <a:pt x="13723" y="3346"/>
                    </a:lnTo>
                    <a:lnTo>
                      <a:pt x="13710" y="3176"/>
                    </a:lnTo>
                    <a:lnTo>
                      <a:pt x="13683" y="2992"/>
                    </a:lnTo>
                    <a:lnTo>
                      <a:pt x="13657" y="2821"/>
                    </a:lnTo>
                    <a:lnTo>
                      <a:pt x="13618" y="2651"/>
                    </a:lnTo>
                    <a:lnTo>
                      <a:pt x="13565" y="2480"/>
                    </a:lnTo>
                    <a:lnTo>
                      <a:pt x="13513" y="2323"/>
                    </a:lnTo>
                    <a:lnTo>
                      <a:pt x="13447" y="2152"/>
                    </a:lnTo>
                    <a:lnTo>
                      <a:pt x="13369" y="1995"/>
                    </a:lnTo>
                    <a:lnTo>
                      <a:pt x="13290" y="1851"/>
                    </a:lnTo>
                    <a:lnTo>
                      <a:pt x="13211" y="1706"/>
                    </a:lnTo>
                    <a:lnTo>
                      <a:pt x="13119" y="1562"/>
                    </a:lnTo>
                    <a:lnTo>
                      <a:pt x="13014" y="1418"/>
                    </a:lnTo>
                    <a:lnTo>
                      <a:pt x="12909" y="1286"/>
                    </a:lnTo>
                    <a:lnTo>
                      <a:pt x="12804" y="1155"/>
                    </a:lnTo>
                    <a:lnTo>
                      <a:pt x="12686" y="1037"/>
                    </a:lnTo>
                    <a:lnTo>
                      <a:pt x="12568" y="919"/>
                    </a:lnTo>
                    <a:lnTo>
                      <a:pt x="12437" y="801"/>
                    </a:lnTo>
                    <a:lnTo>
                      <a:pt x="12306" y="696"/>
                    </a:lnTo>
                    <a:lnTo>
                      <a:pt x="12162" y="604"/>
                    </a:lnTo>
                    <a:lnTo>
                      <a:pt x="12017" y="512"/>
                    </a:lnTo>
                    <a:lnTo>
                      <a:pt x="11873" y="421"/>
                    </a:lnTo>
                    <a:lnTo>
                      <a:pt x="11716" y="342"/>
                    </a:lnTo>
                    <a:lnTo>
                      <a:pt x="11558" y="276"/>
                    </a:lnTo>
                    <a:lnTo>
                      <a:pt x="11401" y="211"/>
                    </a:lnTo>
                    <a:lnTo>
                      <a:pt x="11243" y="158"/>
                    </a:lnTo>
                    <a:lnTo>
                      <a:pt x="11073" y="106"/>
                    </a:lnTo>
                    <a:lnTo>
                      <a:pt x="10902" y="66"/>
                    </a:lnTo>
                    <a:lnTo>
                      <a:pt x="10732" y="40"/>
                    </a:lnTo>
                    <a:lnTo>
                      <a:pt x="10548" y="14"/>
                    </a:lnTo>
                    <a:lnTo>
                      <a:pt x="103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45"/>
              <p:cNvSpPr/>
              <p:nvPr/>
            </p:nvSpPr>
            <p:spPr>
              <a:xfrm>
                <a:off x="2165143" y="3497038"/>
                <a:ext cx="44749" cy="533869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9742" extrusionOk="0">
                    <a:moveTo>
                      <a:pt x="0" y="0"/>
                    </a:moveTo>
                    <a:lnTo>
                      <a:pt x="0" y="29741"/>
                    </a:lnTo>
                    <a:lnTo>
                      <a:pt x="2493" y="29741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45"/>
              <p:cNvSpPr/>
              <p:nvPr/>
            </p:nvSpPr>
            <p:spPr>
              <a:xfrm>
                <a:off x="2131469" y="2564033"/>
                <a:ext cx="112098" cy="955389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53225" extrusionOk="0">
                    <a:moveTo>
                      <a:pt x="1023" y="1"/>
                    </a:moveTo>
                    <a:lnTo>
                      <a:pt x="905" y="14"/>
                    </a:lnTo>
                    <a:lnTo>
                      <a:pt x="800" y="53"/>
                    </a:lnTo>
                    <a:lnTo>
                      <a:pt x="696" y="80"/>
                    </a:lnTo>
                    <a:lnTo>
                      <a:pt x="604" y="132"/>
                    </a:lnTo>
                    <a:lnTo>
                      <a:pt x="499" y="185"/>
                    </a:lnTo>
                    <a:lnTo>
                      <a:pt x="420" y="250"/>
                    </a:lnTo>
                    <a:lnTo>
                      <a:pt x="341" y="329"/>
                    </a:lnTo>
                    <a:lnTo>
                      <a:pt x="263" y="408"/>
                    </a:lnTo>
                    <a:lnTo>
                      <a:pt x="197" y="499"/>
                    </a:lnTo>
                    <a:lnTo>
                      <a:pt x="145" y="591"/>
                    </a:lnTo>
                    <a:lnTo>
                      <a:pt x="92" y="696"/>
                    </a:lnTo>
                    <a:lnTo>
                      <a:pt x="53" y="801"/>
                    </a:lnTo>
                    <a:lnTo>
                      <a:pt x="26" y="906"/>
                    </a:lnTo>
                    <a:lnTo>
                      <a:pt x="13" y="1024"/>
                    </a:lnTo>
                    <a:lnTo>
                      <a:pt x="0" y="1129"/>
                    </a:lnTo>
                    <a:lnTo>
                      <a:pt x="0" y="50116"/>
                    </a:lnTo>
                    <a:lnTo>
                      <a:pt x="0" y="50273"/>
                    </a:lnTo>
                    <a:lnTo>
                      <a:pt x="13" y="50430"/>
                    </a:lnTo>
                    <a:lnTo>
                      <a:pt x="40" y="50588"/>
                    </a:lnTo>
                    <a:lnTo>
                      <a:pt x="66" y="50745"/>
                    </a:lnTo>
                    <a:lnTo>
                      <a:pt x="145" y="51034"/>
                    </a:lnTo>
                    <a:lnTo>
                      <a:pt x="249" y="51322"/>
                    </a:lnTo>
                    <a:lnTo>
                      <a:pt x="381" y="51598"/>
                    </a:lnTo>
                    <a:lnTo>
                      <a:pt x="538" y="51860"/>
                    </a:lnTo>
                    <a:lnTo>
                      <a:pt x="709" y="52097"/>
                    </a:lnTo>
                    <a:lnTo>
                      <a:pt x="919" y="52320"/>
                    </a:lnTo>
                    <a:lnTo>
                      <a:pt x="1142" y="52516"/>
                    </a:lnTo>
                    <a:lnTo>
                      <a:pt x="1378" y="52700"/>
                    </a:lnTo>
                    <a:lnTo>
                      <a:pt x="1640" y="52857"/>
                    </a:lnTo>
                    <a:lnTo>
                      <a:pt x="1902" y="52989"/>
                    </a:lnTo>
                    <a:lnTo>
                      <a:pt x="2191" y="53094"/>
                    </a:lnTo>
                    <a:lnTo>
                      <a:pt x="2493" y="53172"/>
                    </a:lnTo>
                    <a:lnTo>
                      <a:pt x="2650" y="53199"/>
                    </a:lnTo>
                    <a:lnTo>
                      <a:pt x="2808" y="53212"/>
                    </a:lnTo>
                    <a:lnTo>
                      <a:pt x="2965" y="53225"/>
                    </a:lnTo>
                    <a:lnTo>
                      <a:pt x="3280" y="53225"/>
                    </a:lnTo>
                    <a:lnTo>
                      <a:pt x="3437" y="53212"/>
                    </a:lnTo>
                    <a:lnTo>
                      <a:pt x="3595" y="53199"/>
                    </a:lnTo>
                    <a:lnTo>
                      <a:pt x="3752" y="53172"/>
                    </a:lnTo>
                    <a:lnTo>
                      <a:pt x="4054" y="53094"/>
                    </a:lnTo>
                    <a:lnTo>
                      <a:pt x="4329" y="52989"/>
                    </a:lnTo>
                    <a:lnTo>
                      <a:pt x="4605" y="52857"/>
                    </a:lnTo>
                    <a:lnTo>
                      <a:pt x="4867" y="52700"/>
                    </a:lnTo>
                    <a:lnTo>
                      <a:pt x="5103" y="52516"/>
                    </a:lnTo>
                    <a:lnTo>
                      <a:pt x="5326" y="52320"/>
                    </a:lnTo>
                    <a:lnTo>
                      <a:pt x="5523" y="52097"/>
                    </a:lnTo>
                    <a:lnTo>
                      <a:pt x="5707" y="51860"/>
                    </a:lnTo>
                    <a:lnTo>
                      <a:pt x="5864" y="51598"/>
                    </a:lnTo>
                    <a:lnTo>
                      <a:pt x="5996" y="51322"/>
                    </a:lnTo>
                    <a:lnTo>
                      <a:pt x="6101" y="51034"/>
                    </a:lnTo>
                    <a:lnTo>
                      <a:pt x="6179" y="50745"/>
                    </a:lnTo>
                    <a:lnTo>
                      <a:pt x="6205" y="50588"/>
                    </a:lnTo>
                    <a:lnTo>
                      <a:pt x="6219" y="50430"/>
                    </a:lnTo>
                    <a:lnTo>
                      <a:pt x="6232" y="50273"/>
                    </a:lnTo>
                    <a:lnTo>
                      <a:pt x="6245" y="50116"/>
                    </a:lnTo>
                    <a:lnTo>
                      <a:pt x="6245" y="1129"/>
                    </a:lnTo>
                    <a:lnTo>
                      <a:pt x="6232" y="1024"/>
                    </a:lnTo>
                    <a:lnTo>
                      <a:pt x="6219" y="906"/>
                    </a:lnTo>
                    <a:lnTo>
                      <a:pt x="6192" y="801"/>
                    </a:lnTo>
                    <a:lnTo>
                      <a:pt x="6153" y="696"/>
                    </a:lnTo>
                    <a:lnTo>
                      <a:pt x="6101" y="591"/>
                    </a:lnTo>
                    <a:lnTo>
                      <a:pt x="6048" y="499"/>
                    </a:lnTo>
                    <a:lnTo>
                      <a:pt x="5982" y="408"/>
                    </a:lnTo>
                    <a:lnTo>
                      <a:pt x="5904" y="329"/>
                    </a:lnTo>
                    <a:lnTo>
                      <a:pt x="5825" y="250"/>
                    </a:lnTo>
                    <a:lnTo>
                      <a:pt x="5733" y="185"/>
                    </a:lnTo>
                    <a:lnTo>
                      <a:pt x="5641" y="132"/>
                    </a:lnTo>
                    <a:lnTo>
                      <a:pt x="5550" y="80"/>
                    </a:lnTo>
                    <a:lnTo>
                      <a:pt x="5445" y="53"/>
                    </a:lnTo>
                    <a:lnTo>
                      <a:pt x="5326" y="14"/>
                    </a:lnTo>
                    <a:lnTo>
                      <a:pt x="522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45"/>
              <p:cNvSpPr/>
              <p:nvPr/>
            </p:nvSpPr>
            <p:spPr>
              <a:xfrm>
                <a:off x="1780583" y="3354102"/>
                <a:ext cx="813871" cy="74654"/>
              </a:xfrm>
              <a:custGeom>
                <a:avLst/>
                <a:gdLst/>
                <a:ahLst/>
                <a:cxnLst/>
                <a:rect l="l" t="t" r="r" b="b"/>
                <a:pathLst>
                  <a:path w="45341" h="4159" extrusionOk="0">
                    <a:moveTo>
                      <a:pt x="1" y="0"/>
                    </a:moveTo>
                    <a:lnTo>
                      <a:pt x="14" y="210"/>
                    </a:lnTo>
                    <a:lnTo>
                      <a:pt x="27" y="420"/>
                    </a:lnTo>
                    <a:lnTo>
                      <a:pt x="53" y="630"/>
                    </a:lnTo>
                    <a:lnTo>
                      <a:pt x="93" y="840"/>
                    </a:lnTo>
                    <a:lnTo>
                      <a:pt x="132" y="1037"/>
                    </a:lnTo>
                    <a:lnTo>
                      <a:pt x="185" y="1233"/>
                    </a:lnTo>
                    <a:lnTo>
                      <a:pt x="250" y="1430"/>
                    </a:lnTo>
                    <a:lnTo>
                      <a:pt x="329" y="1614"/>
                    </a:lnTo>
                    <a:lnTo>
                      <a:pt x="421" y="1798"/>
                    </a:lnTo>
                    <a:lnTo>
                      <a:pt x="513" y="1981"/>
                    </a:lnTo>
                    <a:lnTo>
                      <a:pt x="604" y="2152"/>
                    </a:lnTo>
                    <a:lnTo>
                      <a:pt x="709" y="2322"/>
                    </a:lnTo>
                    <a:lnTo>
                      <a:pt x="827" y="2480"/>
                    </a:lnTo>
                    <a:lnTo>
                      <a:pt x="959" y="2637"/>
                    </a:lnTo>
                    <a:lnTo>
                      <a:pt x="1090" y="2795"/>
                    </a:lnTo>
                    <a:lnTo>
                      <a:pt x="1221" y="2939"/>
                    </a:lnTo>
                    <a:lnTo>
                      <a:pt x="1365" y="3070"/>
                    </a:lnTo>
                    <a:lnTo>
                      <a:pt x="1523" y="3201"/>
                    </a:lnTo>
                    <a:lnTo>
                      <a:pt x="1680" y="3332"/>
                    </a:lnTo>
                    <a:lnTo>
                      <a:pt x="1838" y="3450"/>
                    </a:lnTo>
                    <a:lnTo>
                      <a:pt x="2008" y="3555"/>
                    </a:lnTo>
                    <a:lnTo>
                      <a:pt x="2179" y="3647"/>
                    </a:lnTo>
                    <a:lnTo>
                      <a:pt x="2362" y="3739"/>
                    </a:lnTo>
                    <a:lnTo>
                      <a:pt x="2546" y="3831"/>
                    </a:lnTo>
                    <a:lnTo>
                      <a:pt x="2730" y="3897"/>
                    </a:lnTo>
                    <a:lnTo>
                      <a:pt x="2926" y="3962"/>
                    </a:lnTo>
                    <a:lnTo>
                      <a:pt x="3123" y="4028"/>
                    </a:lnTo>
                    <a:lnTo>
                      <a:pt x="3320" y="4067"/>
                    </a:lnTo>
                    <a:lnTo>
                      <a:pt x="3530" y="4106"/>
                    </a:lnTo>
                    <a:lnTo>
                      <a:pt x="3740" y="4133"/>
                    </a:lnTo>
                    <a:lnTo>
                      <a:pt x="3950" y="4146"/>
                    </a:lnTo>
                    <a:lnTo>
                      <a:pt x="4160" y="4159"/>
                    </a:lnTo>
                    <a:lnTo>
                      <a:pt x="41181" y="4159"/>
                    </a:lnTo>
                    <a:lnTo>
                      <a:pt x="41391" y="4146"/>
                    </a:lnTo>
                    <a:lnTo>
                      <a:pt x="41601" y="4133"/>
                    </a:lnTo>
                    <a:lnTo>
                      <a:pt x="41811" y="4106"/>
                    </a:lnTo>
                    <a:lnTo>
                      <a:pt x="42021" y="4067"/>
                    </a:lnTo>
                    <a:lnTo>
                      <a:pt x="42218" y="4028"/>
                    </a:lnTo>
                    <a:lnTo>
                      <a:pt x="42415" y="3962"/>
                    </a:lnTo>
                    <a:lnTo>
                      <a:pt x="42611" y="3897"/>
                    </a:lnTo>
                    <a:lnTo>
                      <a:pt x="42795" y="3831"/>
                    </a:lnTo>
                    <a:lnTo>
                      <a:pt x="42979" y="3739"/>
                    </a:lnTo>
                    <a:lnTo>
                      <a:pt x="43162" y="3647"/>
                    </a:lnTo>
                    <a:lnTo>
                      <a:pt x="43333" y="3555"/>
                    </a:lnTo>
                    <a:lnTo>
                      <a:pt x="43503" y="3450"/>
                    </a:lnTo>
                    <a:lnTo>
                      <a:pt x="43661" y="3332"/>
                    </a:lnTo>
                    <a:lnTo>
                      <a:pt x="43818" y="3201"/>
                    </a:lnTo>
                    <a:lnTo>
                      <a:pt x="43976" y="3070"/>
                    </a:lnTo>
                    <a:lnTo>
                      <a:pt x="44120" y="2939"/>
                    </a:lnTo>
                    <a:lnTo>
                      <a:pt x="44251" y="2795"/>
                    </a:lnTo>
                    <a:lnTo>
                      <a:pt x="44382" y="2637"/>
                    </a:lnTo>
                    <a:lnTo>
                      <a:pt x="44514" y="2480"/>
                    </a:lnTo>
                    <a:lnTo>
                      <a:pt x="44632" y="2322"/>
                    </a:lnTo>
                    <a:lnTo>
                      <a:pt x="44737" y="2152"/>
                    </a:lnTo>
                    <a:lnTo>
                      <a:pt x="44828" y="1981"/>
                    </a:lnTo>
                    <a:lnTo>
                      <a:pt x="44920" y="1798"/>
                    </a:lnTo>
                    <a:lnTo>
                      <a:pt x="45012" y="1614"/>
                    </a:lnTo>
                    <a:lnTo>
                      <a:pt x="45078" y="1430"/>
                    </a:lnTo>
                    <a:lnTo>
                      <a:pt x="45143" y="1233"/>
                    </a:lnTo>
                    <a:lnTo>
                      <a:pt x="45209" y="1037"/>
                    </a:lnTo>
                    <a:lnTo>
                      <a:pt x="45248" y="840"/>
                    </a:lnTo>
                    <a:lnTo>
                      <a:pt x="45288" y="630"/>
                    </a:lnTo>
                    <a:lnTo>
                      <a:pt x="45314" y="420"/>
                    </a:lnTo>
                    <a:lnTo>
                      <a:pt x="45327" y="210"/>
                    </a:lnTo>
                    <a:lnTo>
                      <a:pt x="4534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45"/>
              <p:cNvSpPr/>
              <p:nvPr/>
            </p:nvSpPr>
            <p:spPr>
              <a:xfrm>
                <a:off x="1847931" y="4030889"/>
                <a:ext cx="89517" cy="89732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4999" extrusionOk="0">
                    <a:moveTo>
                      <a:pt x="2494" y="0"/>
                    </a:moveTo>
                    <a:lnTo>
                      <a:pt x="2231" y="13"/>
                    </a:lnTo>
                    <a:lnTo>
                      <a:pt x="1982" y="53"/>
                    </a:lnTo>
                    <a:lnTo>
                      <a:pt x="1746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090" y="433"/>
                    </a:lnTo>
                    <a:lnTo>
                      <a:pt x="906" y="577"/>
                    </a:lnTo>
                    <a:lnTo>
                      <a:pt x="723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85" y="1522"/>
                    </a:lnTo>
                    <a:lnTo>
                      <a:pt x="106" y="1758"/>
                    </a:lnTo>
                    <a:lnTo>
                      <a:pt x="40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40" y="3004"/>
                    </a:lnTo>
                    <a:lnTo>
                      <a:pt x="106" y="3241"/>
                    </a:lnTo>
                    <a:lnTo>
                      <a:pt x="185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23" y="4264"/>
                    </a:lnTo>
                    <a:lnTo>
                      <a:pt x="906" y="4421"/>
                    </a:lnTo>
                    <a:lnTo>
                      <a:pt x="1090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46" y="4881"/>
                    </a:lnTo>
                    <a:lnTo>
                      <a:pt x="1982" y="4946"/>
                    </a:lnTo>
                    <a:lnTo>
                      <a:pt x="2231" y="4985"/>
                    </a:lnTo>
                    <a:lnTo>
                      <a:pt x="2494" y="4999"/>
                    </a:lnTo>
                    <a:lnTo>
                      <a:pt x="2743" y="4985"/>
                    </a:lnTo>
                    <a:lnTo>
                      <a:pt x="2992" y="4946"/>
                    </a:lnTo>
                    <a:lnTo>
                      <a:pt x="3228" y="4881"/>
                    </a:lnTo>
                    <a:lnTo>
                      <a:pt x="3464" y="4802"/>
                    </a:lnTo>
                    <a:lnTo>
                      <a:pt x="3674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52" y="4264"/>
                    </a:lnTo>
                    <a:lnTo>
                      <a:pt x="4422" y="4080"/>
                    </a:lnTo>
                    <a:lnTo>
                      <a:pt x="4553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68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68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53" y="1102"/>
                    </a:lnTo>
                    <a:lnTo>
                      <a:pt x="4422" y="905"/>
                    </a:lnTo>
                    <a:lnTo>
                      <a:pt x="4252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74" y="302"/>
                    </a:lnTo>
                    <a:lnTo>
                      <a:pt x="3464" y="197"/>
                    </a:lnTo>
                    <a:lnTo>
                      <a:pt x="3228" y="118"/>
                    </a:lnTo>
                    <a:lnTo>
                      <a:pt x="2992" y="53"/>
                    </a:lnTo>
                    <a:lnTo>
                      <a:pt x="2743" y="13"/>
                    </a:lnTo>
                    <a:lnTo>
                      <a:pt x="24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45"/>
              <p:cNvSpPr/>
              <p:nvPr/>
            </p:nvSpPr>
            <p:spPr>
              <a:xfrm>
                <a:off x="1870315" y="4053255"/>
                <a:ext cx="44749" cy="45001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507" extrusionOk="0">
                    <a:moveTo>
                      <a:pt x="1247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66" y="66"/>
                    </a:lnTo>
                    <a:lnTo>
                      <a:pt x="761" y="106"/>
                    </a:lnTo>
                    <a:lnTo>
                      <a:pt x="643" y="158"/>
                    </a:lnTo>
                    <a:lnTo>
                      <a:pt x="551" y="224"/>
                    </a:lnTo>
                    <a:lnTo>
                      <a:pt x="446" y="289"/>
                    </a:lnTo>
                    <a:lnTo>
                      <a:pt x="368" y="368"/>
                    </a:lnTo>
                    <a:lnTo>
                      <a:pt x="276" y="460"/>
                    </a:lnTo>
                    <a:lnTo>
                      <a:pt x="210" y="552"/>
                    </a:lnTo>
                    <a:lnTo>
                      <a:pt x="145" y="656"/>
                    </a:lnTo>
                    <a:lnTo>
                      <a:pt x="92" y="761"/>
                    </a:lnTo>
                    <a:lnTo>
                      <a:pt x="53" y="880"/>
                    </a:lnTo>
                    <a:lnTo>
                      <a:pt x="27" y="998"/>
                    </a:lnTo>
                    <a:lnTo>
                      <a:pt x="0" y="1129"/>
                    </a:lnTo>
                    <a:lnTo>
                      <a:pt x="0" y="1247"/>
                    </a:lnTo>
                    <a:lnTo>
                      <a:pt x="0" y="1378"/>
                    </a:lnTo>
                    <a:lnTo>
                      <a:pt x="27" y="1509"/>
                    </a:lnTo>
                    <a:lnTo>
                      <a:pt x="53" y="1627"/>
                    </a:lnTo>
                    <a:lnTo>
                      <a:pt x="92" y="1732"/>
                    </a:lnTo>
                    <a:lnTo>
                      <a:pt x="145" y="1850"/>
                    </a:lnTo>
                    <a:lnTo>
                      <a:pt x="210" y="1955"/>
                    </a:lnTo>
                    <a:lnTo>
                      <a:pt x="276" y="2047"/>
                    </a:lnTo>
                    <a:lnTo>
                      <a:pt x="368" y="2139"/>
                    </a:lnTo>
                    <a:lnTo>
                      <a:pt x="446" y="2218"/>
                    </a:lnTo>
                    <a:lnTo>
                      <a:pt x="551" y="2283"/>
                    </a:lnTo>
                    <a:lnTo>
                      <a:pt x="643" y="2349"/>
                    </a:lnTo>
                    <a:lnTo>
                      <a:pt x="761" y="2401"/>
                    </a:lnTo>
                    <a:lnTo>
                      <a:pt x="866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7" y="2506"/>
                    </a:lnTo>
                    <a:lnTo>
                      <a:pt x="1365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34" y="2218"/>
                    </a:lnTo>
                    <a:lnTo>
                      <a:pt x="2126" y="2139"/>
                    </a:lnTo>
                    <a:lnTo>
                      <a:pt x="2204" y="2047"/>
                    </a:lnTo>
                    <a:lnTo>
                      <a:pt x="2283" y="1955"/>
                    </a:lnTo>
                    <a:lnTo>
                      <a:pt x="2335" y="1850"/>
                    </a:lnTo>
                    <a:lnTo>
                      <a:pt x="2388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80" y="1378"/>
                    </a:lnTo>
                    <a:lnTo>
                      <a:pt x="2493" y="1247"/>
                    </a:lnTo>
                    <a:lnTo>
                      <a:pt x="2480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388" y="761"/>
                    </a:lnTo>
                    <a:lnTo>
                      <a:pt x="2335" y="656"/>
                    </a:lnTo>
                    <a:lnTo>
                      <a:pt x="2283" y="552"/>
                    </a:lnTo>
                    <a:lnTo>
                      <a:pt x="2204" y="460"/>
                    </a:lnTo>
                    <a:lnTo>
                      <a:pt x="2126" y="368"/>
                    </a:lnTo>
                    <a:lnTo>
                      <a:pt x="2034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65" y="14"/>
                    </a:lnTo>
                    <a:lnTo>
                      <a:pt x="12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45"/>
              <p:cNvSpPr/>
              <p:nvPr/>
            </p:nvSpPr>
            <p:spPr>
              <a:xfrm>
                <a:off x="1855237" y="3966359"/>
                <a:ext cx="313694" cy="64548"/>
              </a:xfrm>
              <a:custGeom>
                <a:avLst/>
                <a:gdLst/>
                <a:ahLst/>
                <a:cxnLst/>
                <a:rect l="l" t="t" r="r" b="b"/>
                <a:pathLst>
                  <a:path w="17476" h="3596" extrusionOk="0">
                    <a:moveTo>
                      <a:pt x="17475" y="1"/>
                    </a:moveTo>
                    <a:lnTo>
                      <a:pt x="512" y="2415"/>
                    </a:lnTo>
                    <a:lnTo>
                      <a:pt x="407" y="2441"/>
                    </a:lnTo>
                    <a:lnTo>
                      <a:pt x="316" y="2480"/>
                    </a:lnTo>
                    <a:lnTo>
                      <a:pt x="224" y="2546"/>
                    </a:lnTo>
                    <a:lnTo>
                      <a:pt x="145" y="2611"/>
                    </a:lnTo>
                    <a:lnTo>
                      <a:pt x="92" y="2703"/>
                    </a:lnTo>
                    <a:lnTo>
                      <a:pt x="40" y="2795"/>
                    </a:lnTo>
                    <a:lnTo>
                      <a:pt x="14" y="2900"/>
                    </a:lnTo>
                    <a:lnTo>
                      <a:pt x="1" y="3005"/>
                    </a:lnTo>
                    <a:lnTo>
                      <a:pt x="14" y="3123"/>
                    </a:lnTo>
                    <a:lnTo>
                      <a:pt x="53" y="3241"/>
                    </a:lnTo>
                    <a:lnTo>
                      <a:pt x="106" y="3333"/>
                    </a:lnTo>
                    <a:lnTo>
                      <a:pt x="184" y="3425"/>
                    </a:lnTo>
                    <a:lnTo>
                      <a:pt x="263" y="3503"/>
                    </a:lnTo>
                    <a:lnTo>
                      <a:pt x="368" y="3556"/>
                    </a:lnTo>
                    <a:lnTo>
                      <a:pt x="473" y="3582"/>
                    </a:lnTo>
                    <a:lnTo>
                      <a:pt x="604" y="3595"/>
                    </a:lnTo>
                    <a:lnTo>
                      <a:pt x="17475" y="3595"/>
                    </a:lnTo>
                    <a:lnTo>
                      <a:pt x="174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45"/>
              <p:cNvSpPr/>
              <p:nvPr/>
            </p:nvSpPr>
            <p:spPr>
              <a:xfrm>
                <a:off x="2437589" y="4030889"/>
                <a:ext cx="89517" cy="89732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4999" extrusionOk="0">
                    <a:moveTo>
                      <a:pt x="2493" y="0"/>
                    </a:moveTo>
                    <a:lnTo>
                      <a:pt x="2244" y="13"/>
                    </a:lnTo>
                    <a:lnTo>
                      <a:pt x="1995" y="53"/>
                    </a:lnTo>
                    <a:lnTo>
                      <a:pt x="1759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103" y="433"/>
                    </a:lnTo>
                    <a:lnTo>
                      <a:pt x="906" y="577"/>
                    </a:lnTo>
                    <a:lnTo>
                      <a:pt x="736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98" y="1522"/>
                    </a:lnTo>
                    <a:lnTo>
                      <a:pt x="106" y="1758"/>
                    </a:lnTo>
                    <a:lnTo>
                      <a:pt x="53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53" y="3004"/>
                    </a:lnTo>
                    <a:lnTo>
                      <a:pt x="106" y="3241"/>
                    </a:lnTo>
                    <a:lnTo>
                      <a:pt x="198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36" y="4264"/>
                    </a:lnTo>
                    <a:lnTo>
                      <a:pt x="906" y="4421"/>
                    </a:lnTo>
                    <a:lnTo>
                      <a:pt x="1103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59" y="4881"/>
                    </a:lnTo>
                    <a:lnTo>
                      <a:pt x="1995" y="4946"/>
                    </a:lnTo>
                    <a:lnTo>
                      <a:pt x="2244" y="4985"/>
                    </a:lnTo>
                    <a:lnTo>
                      <a:pt x="2493" y="4999"/>
                    </a:lnTo>
                    <a:lnTo>
                      <a:pt x="2756" y="4985"/>
                    </a:lnTo>
                    <a:lnTo>
                      <a:pt x="2992" y="4946"/>
                    </a:lnTo>
                    <a:lnTo>
                      <a:pt x="3241" y="4881"/>
                    </a:lnTo>
                    <a:lnTo>
                      <a:pt x="3464" y="4802"/>
                    </a:lnTo>
                    <a:lnTo>
                      <a:pt x="3687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65" y="4264"/>
                    </a:lnTo>
                    <a:lnTo>
                      <a:pt x="4422" y="4080"/>
                    </a:lnTo>
                    <a:lnTo>
                      <a:pt x="4566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81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81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66" y="1102"/>
                    </a:lnTo>
                    <a:lnTo>
                      <a:pt x="4422" y="905"/>
                    </a:lnTo>
                    <a:lnTo>
                      <a:pt x="4265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87" y="302"/>
                    </a:lnTo>
                    <a:lnTo>
                      <a:pt x="3464" y="197"/>
                    </a:lnTo>
                    <a:lnTo>
                      <a:pt x="3241" y="118"/>
                    </a:lnTo>
                    <a:lnTo>
                      <a:pt x="2992" y="53"/>
                    </a:lnTo>
                    <a:lnTo>
                      <a:pt x="2756" y="13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45"/>
              <p:cNvSpPr/>
              <p:nvPr/>
            </p:nvSpPr>
            <p:spPr>
              <a:xfrm>
                <a:off x="2459972" y="4053255"/>
                <a:ext cx="44749" cy="45001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507" extrusionOk="0">
                    <a:moveTo>
                      <a:pt x="1246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79" y="66"/>
                    </a:lnTo>
                    <a:lnTo>
                      <a:pt x="761" y="106"/>
                    </a:lnTo>
                    <a:lnTo>
                      <a:pt x="656" y="158"/>
                    </a:lnTo>
                    <a:lnTo>
                      <a:pt x="551" y="224"/>
                    </a:lnTo>
                    <a:lnTo>
                      <a:pt x="459" y="289"/>
                    </a:lnTo>
                    <a:lnTo>
                      <a:pt x="367" y="368"/>
                    </a:lnTo>
                    <a:lnTo>
                      <a:pt x="289" y="460"/>
                    </a:lnTo>
                    <a:lnTo>
                      <a:pt x="210" y="552"/>
                    </a:lnTo>
                    <a:lnTo>
                      <a:pt x="158" y="656"/>
                    </a:lnTo>
                    <a:lnTo>
                      <a:pt x="105" y="761"/>
                    </a:lnTo>
                    <a:lnTo>
                      <a:pt x="53" y="880"/>
                    </a:lnTo>
                    <a:lnTo>
                      <a:pt x="26" y="998"/>
                    </a:lnTo>
                    <a:lnTo>
                      <a:pt x="13" y="1129"/>
                    </a:lnTo>
                    <a:lnTo>
                      <a:pt x="0" y="1247"/>
                    </a:lnTo>
                    <a:lnTo>
                      <a:pt x="13" y="1378"/>
                    </a:lnTo>
                    <a:lnTo>
                      <a:pt x="26" y="1509"/>
                    </a:lnTo>
                    <a:lnTo>
                      <a:pt x="53" y="1627"/>
                    </a:lnTo>
                    <a:lnTo>
                      <a:pt x="105" y="1732"/>
                    </a:lnTo>
                    <a:lnTo>
                      <a:pt x="158" y="1850"/>
                    </a:lnTo>
                    <a:lnTo>
                      <a:pt x="210" y="1955"/>
                    </a:lnTo>
                    <a:lnTo>
                      <a:pt x="289" y="2047"/>
                    </a:lnTo>
                    <a:lnTo>
                      <a:pt x="367" y="2139"/>
                    </a:lnTo>
                    <a:lnTo>
                      <a:pt x="459" y="2218"/>
                    </a:lnTo>
                    <a:lnTo>
                      <a:pt x="551" y="2283"/>
                    </a:lnTo>
                    <a:lnTo>
                      <a:pt x="656" y="2349"/>
                    </a:lnTo>
                    <a:lnTo>
                      <a:pt x="761" y="2401"/>
                    </a:lnTo>
                    <a:lnTo>
                      <a:pt x="879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6" y="2506"/>
                    </a:lnTo>
                    <a:lnTo>
                      <a:pt x="1378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47" y="2218"/>
                    </a:lnTo>
                    <a:lnTo>
                      <a:pt x="2125" y="2139"/>
                    </a:lnTo>
                    <a:lnTo>
                      <a:pt x="2217" y="2047"/>
                    </a:lnTo>
                    <a:lnTo>
                      <a:pt x="2283" y="1955"/>
                    </a:lnTo>
                    <a:lnTo>
                      <a:pt x="2348" y="1850"/>
                    </a:lnTo>
                    <a:lnTo>
                      <a:pt x="2401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93" y="1378"/>
                    </a:lnTo>
                    <a:lnTo>
                      <a:pt x="2493" y="1247"/>
                    </a:lnTo>
                    <a:lnTo>
                      <a:pt x="2493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401" y="761"/>
                    </a:lnTo>
                    <a:lnTo>
                      <a:pt x="2348" y="656"/>
                    </a:lnTo>
                    <a:lnTo>
                      <a:pt x="2283" y="552"/>
                    </a:lnTo>
                    <a:lnTo>
                      <a:pt x="2217" y="460"/>
                    </a:lnTo>
                    <a:lnTo>
                      <a:pt x="2125" y="368"/>
                    </a:lnTo>
                    <a:lnTo>
                      <a:pt x="2047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78" y="14"/>
                    </a:lnTo>
                    <a:lnTo>
                      <a:pt x="12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45"/>
              <p:cNvSpPr/>
              <p:nvPr/>
            </p:nvSpPr>
            <p:spPr>
              <a:xfrm>
                <a:off x="2206105" y="3966359"/>
                <a:ext cx="313694" cy="64548"/>
              </a:xfrm>
              <a:custGeom>
                <a:avLst/>
                <a:gdLst/>
                <a:ahLst/>
                <a:cxnLst/>
                <a:rect l="l" t="t" r="r" b="b"/>
                <a:pathLst>
                  <a:path w="17476" h="3596" extrusionOk="0">
                    <a:moveTo>
                      <a:pt x="1" y="1"/>
                    </a:moveTo>
                    <a:lnTo>
                      <a:pt x="1" y="3595"/>
                    </a:lnTo>
                    <a:lnTo>
                      <a:pt x="16872" y="3595"/>
                    </a:lnTo>
                    <a:lnTo>
                      <a:pt x="16990" y="3582"/>
                    </a:lnTo>
                    <a:lnTo>
                      <a:pt x="17108" y="3556"/>
                    </a:lnTo>
                    <a:lnTo>
                      <a:pt x="17213" y="3503"/>
                    </a:lnTo>
                    <a:lnTo>
                      <a:pt x="17292" y="3425"/>
                    </a:lnTo>
                    <a:lnTo>
                      <a:pt x="17370" y="3333"/>
                    </a:lnTo>
                    <a:lnTo>
                      <a:pt x="17423" y="3241"/>
                    </a:lnTo>
                    <a:lnTo>
                      <a:pt x="17462" y="3123"/>
                    </a:lnTo>
                    <a:lnTo>
                      <a:pt x="17475" y="3005"/>
                    </a:lnTo>
                    <a:lnTo>
                      <a:pt x="17462" y="2900"/>
                    </a:lnTo>
                    <a:lnTo>
                      <a:pt x="17436" y="2795"/>
                    </a:lnTo>
                    <a:lnTo>
                      <a:pt x="17384" y="2703"/>
                    </a:lnTo>
                    <a:lnTo>
                      <a:pt x="17331" y="2611"/>
                    </a:lnTo>
                    <a:lnTo>
                      <a:pt x="17252" y="2546"/>
                    </a:lnTo>
                    <a:lnTo>
                      <a:pt x="17161" y="2480"/>
                    </a:lnTo>
                    <a:lnTo>
                      <a:pt x="17069" y="2441"/>
                    </a:lnTo>
                    <a:lnTo>
                      <a:pt x="16964" y="24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45"/>
              <p:cNvSpPr/>
              <p:nvPr/>
            </p:nvSpPr>
            <p:spPr>
              <a:xfrm>
                <a:off x="2161374" y="3978601"/>
                <a:ext cx="44749" cy="112116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6246" extrusionOk="0">
                    <a:moveTo>
                      <a:pt x="0" y="1"/>
                    </a:moveTo>
                    <a:lnTo>
                      <a:pt x="420" y="6245"/>
                    </a:lnTo>
                    <a:lnTo>
                      <a:pt x="2073" y="6245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45"/>
              <p:cNvSpPr/>
              <p:nvPr/>
            </p:nvSpPr>
            <p:spPr>
              <a:xfrm>
                <a:off x="2162792" y="4068333"/>
                <a:ext cx="41931" cy="10455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825" extrusionOk="0">
                    <a:moveTo>
                      <a:pt x="1050" y="0"/>
                    </a:moveTo>
                    <a:lnTo>
                      <a:pt x="931" y="26"/>
                    </a:lnTo>
                    <a:lnTo>
                      <a:pt x="827" y="53"/>
                    </a:lnTo>
                    <a:lnTo>
                      <a:pt x="722" y="92"/>
                    </a:lnTo>
                    <a:lnTo>
                      <a:pt x="617" y="131"/>
                    </a:lnTo>
                    <a:lnTo>
                      <a:pt x="512" y="197"/>
                    </a:lnTo>
                    <a:lnTo>
                      <a:pt x="433" y="263"/>
                    </a:lnTo>
                    <a:lnTo>
                      <a:pt x="341" y="341"/>
                    </a:lnTo>
                    <a:lnTo>
                      <a:pt x="276" y="420"/>
                    </a:lnTo>
                    <a:lnTo>
                      <a:pt x="197" y="512"/>
                    </a:lnTo>
                    <a:lnTo>
                      <a:pt x="144" y="604"/>
                    </a:lnTo>
                    <a:lnTo>
                      <a:pt x="92" y="709"/>
                    </a:lnTo>
                    <a:lnTo>
                      <a:pt x="52" y="814"/>
                    </a:lnTo>
                    <a:lnTo>
                      <a:pt x="26" y="932"/>
                    </a:lnTo>
                    <a:lnTo>
                      <a:pt x="13" y="1037"/>
                    </a:lnTo>
                    <a:lnTo>
                      <a:pt x="0" y="1168"/>
                    </a:lnTo>
                    <a:lnTo>
                      <a:pt x="0" y="4657"/>
                    </a:lnTo>
                    <a:lnTo>
                      <a:pt x="13" y="4775"/>
                    </a:lnTo>
                    <a:lnTo>
                      <a:pt x="26" y="4894"/>
                    </a:lnTo>
                    <a:lnTo>
                      <a:pt x="52" y="4999"/>
                    </a:lnTo>
                    <a:lnTo>
                      <a:pt x="92" y="5103"/>
                    </a:lnTo>
                    <a:lnTo>
                      <a:pt x="144" y="5208"/>
                    </a:lnTo>
                    <a:lnTo>
                      <a:pt x="197" y="5300"/>
                    </a:lnTo>
                    <a:lnTo>
                      <a:pt x="276" y="5392"/>
                    </a:lnTo>
                    <a:lnTo>
                      <a:pt x="341" y="5484"/>
                    </a:lnTo>
                    <a:lnTo>
                      <a:pt x="433" y="5550"/>
                    </a:lnTo>
                    <a:lnTo>
                      <a:pt x="512" y="5615"/>
                    </a:lnTo>
                    <a:lnTo>
                      <a:pt x="617" y="5681"/>
                    </a:lnTo>
                    <a:lnTo>
                      <a:pt x="722" y="5733"/>
                    </a:lnTo>
                    <a:lnTo>
                      <a:pt x="827" y="5773"/>
                    </a:lnTo>
                    <a:lnTo>
                      <a:pt x="931" y="5799"/>
                    </a:lnTo>
                    <a:lnTo>
                      <a:pt x="1050" y="5812"/>
                    </a:lnTo>
                    <a:lnTo>
                      <a:pt x="1168" y="5825"/>
                    </a:lnTo>
                    <a:lnTo>
                      <a:pt x="1286" y="5812"/>
                    </a:lnTo>
                    <a:lnTo>
                      <a:pt x="1404" y="5799"/>
                    </a:lnTo>
                    <a:lnTo>
                      <a:pt x="1509" y="5773"/>
                    </a:lnTo>
                    <a:lnTo>
                      <a:pt x="1627" y="5733"/>
                    </a:lnTo>
                    <a:lnTo>
                      <a:pt x="1719" y="5681"/>
                    </a:lnTo>
                    <a:lnTo>
                      <a:pt x="1824" y="5615"/>
                    </a:lnTo>
                    <a:lnTo>
                      <a:pt x="1915" y="5550"/>
                    </a:lnTo>
                    <a:lnTo>
                      <a:pt x="1994" y="5484"/>
                    </a:lnTo>
                    <a:lnTo>
                      <a:pt x="2073" y="5392"/>
                    </a:lnTo>
                    <a:lnTo>
                      <a:pt x="2138" y="5300"/>
                    </a:lnTo>
                    <a:lnTo>
                      <a:pt x="2191" y="5208"/>
                    </a:lnTo>
                    <a:lnTo>
                      <a:pt x="2243" y="5103"/>
                    </a:lnTo>
                    <a:lnTo>
                      <a:pt x="2283" y="4999"/>
                    </a:lnTo>
                    <a:lnTo>
                      <a:pt x="2309" y="4894"/>
                    </a:lnTo>
                    <a:lnTo>
                      <a:pt x="2322" y="4775"/>
                    </a:lnTo>
                    <a:lnTo>
                      <a:pt x="2335" y="4657"/>
                    </a:lnTo>
                    <a:lnTo>
                      <a:pt x="2335" y="1168"/>
                    </a:lnTo>
                    <a:lnTo>
                      <a:pt x="2322" y="1037"/>
                    </a:lnTo>
                    <a:lnTo>
                      <a:pt x="2309" y="932"/>
                    </a:lnTo>
                    <a:lnTo>
                      <a:pt x="2283" y="814"/>
                    </a:lnTo>
                    <a:lnTo>
                      <a:pt x="2243" y="709"/>
                    </a:lnTo>
                    <a:lnTo>
                      <a:pt x="2191" y="604"/>
                    </a:lnTo>
                    <a:lnTo>
                      <a:pt x="2138" y="512"/>
                    </a:lnTo>
                    <a:lnTo>
                      <a:pt x="2073" y="420"/>
                    </a:lnTo>
                    <a:lnTo>
                      <a:pt x="1994" y="341"/>
                    </a:lnTo>
                    <a:lnTo>
                      <a:pt x="1915" y="263"/>
                    </a:lnTo>
                    <a:lnTo>
                      <a:pt x="1824" y="197"/>
                    </a:lnTo>
                    <a:lnTo>
                      <a:pt x="1719" y="131"/>
                    </a:lnTo>
                    <a:lnTo>
                      <a:pt x="1627" y="92"/>
                    </a:lnTo>
                    <a:lnTo>
                      <a:pt x="1509" y="53"/>
                    </a:lnTo>
                    <a:lnTo>
                      <a:pt x="1404" y="26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45"/>
              <p:cNvSpPr/>
              <p:nvPr/>
            </p:nvSpPr>
            <p:spPr>
              <a:xfrm>
                <a:off x="1891747" y="1544617"/>
                <a:ext cx="591309" cy="702240"/>
              </a:xfrm>
              <a:custGeom>
                <a:avLst/>
                <a:gdLst/>
                <a:ahLst/>
                <a:cxnLst/>
                <a:rect l="l" t="t" r="r" b="b"/>
                <a:pathLst>
                  <a:path w="32942" h="39122" extrusionOk="0">
                    <a:moveTo>
                      <a:pt x="19009" y="1"/>
                    </a:moveTo>
                    <a:lnTo>
                      <a:pt x="18695" y="27"/>
                    </a:lnTo>
                    <a:lnTo>
                      <a:pt x="18406" y="93"/>
                    </a:lnTo>
                    <a:lnTo>
                      <a:pt x="18130" y="171"/>
                    </a:lnTo>
                    <a:lnTo>
                      <a:pt x="17881" y="276"/>
                    </a:lnTo>
                    <a:lnTo>
                      <a:pt x="17645" y="407"/>
                    </a:lnTo>
                    <a:lnTo>
                      <a:pt x="17422" y="552"/>
                    </a:lnTo>
                    <a:lnTo>
                      <a:pt x="17238" y="709"/>
                    </a:lnTo>
                    <a:lnTo>
                      <a:pt x="17055" y="893"/>
                    </a:lnTo>
                    <a:lnTo>
                      <a:pt x="16897" y="1090"/>
                    </a:lnTo>
                    <a:lnTo>
                      <a:pt x="16766" y="1299"/>
                    </a:lnTo>
                    <a:lnTo>
                      <a:pt x="16648" y="1523"/>
                    </a:lnTo>
                    <a:lnTo>
                      <a:pt x="16556" y="1746"/>
                    </a:lnTo>
                    <a:lnTo>
                      <a:pt x="16478" y="1982"/>
                    </a:lnTo>
                    <a:lnTo>
                      <a:pt x="16412" y="2231"/>
                    </a:lnTo>
                    <a:lnTo>
                      <a:pt x="16373" y="2480"/>
                    </a:lnTo>
                    <a:lnTo>
                      <a:pt x="16359" y="2729"/>
                    </a:lnTo>
                    <a:lnTo>
                      <a:pt x="16281" y="2848"/>
                    </a:lnTo>
                    <a:lnTo>
                      <a:pt x="16254" y="2848"/>
                    </a:lnTo>
                    <a:lnTo>
                      <a:pt x="15874" y="2874"/>
                    </a:lnTo>
                    <a:lnTo>
                      <a:pt x="15507" y="2913"/>
                    </a:lnTo>
                    <a:lnTo>
                      <a:pt x="15152" y="2952"/>
                    </a:lnTo>
                    <a:lnTo>
                      <a:pt x="14798" y="2992"/>
                    </a:lnTo>
                    <a:lnTo>
                      <a:pt x="14457" y="3044"/>
                    </a:lnTo>
                    <a:lnTo>
                      <a:pt x="14116" y="3110"/>
                    </a:lnTo>
                    <a:lnTo>
                      <a:pt x="13788" y="3175"/>
                    </a:lnTo>
                    <a:lnTo>
                      <a:pt x="13460" y="3254"/>
                    </a:lnTo>
                    <a:lnTo>
                      <a:pt x="13145" y="3333"/>
                    </a:lnTo>
                    <a:lnTo>
                      <a:pt x="12830" y="3425"/>
                    </a:lnTo>
                    <a:lnTo>
                      <a:pt x="12516" y="3517"/>
                    </a:lnTo>
                    <a:lnTo>
                      <a:pt x="12214" y="3622"/>
                    </a:lnTo>
                    <a:lnTo>
                      <a:pt x="11925" y="3726"/>
                    </a:lnTo>
                    <a:lnTo>
                      <a:pt x="11637" y="3845"/>
                    </a:lnTo>
                    <a:lnTo>
                      <a:pt x="11348" y="3963"/>
                    </a:lnTo>
                    <a:lnTo>
                      <a:pt x="11072" y="4094"/>
                    </a:lnTo>
                    <a:lnTo>
                      <a:pt x="10810" y="4238"/>
                    </a:lnTo>
                    <a:lnTo>
                      <a:pt x="10548" y="4382"/>
                    </a:lnTo>
                    <a:lnTo>
                      <a:pt x="10285" y="4527"/>
                    </a:lnTo>
                    <a:lnTo>
                      <a:pt x="10036" y="4684"/>
                    </a:lnTo>
                    <a:lnTo>
                      <a:pt x="9800" y="4842"/>
                    </a:lnTo>
                    <a:lnTo>
                      <a:pt x="9551" y="5012"/>
                    </a:lnTo>
                    <a:lnTo>
                      <a:pt x="9328" y="5183"/>
                    </a:lnTo>
                    <a:lnTo>
                      <a:pt x="9105" y="5366"/>
                    </a:lnTo>
                    <a:lnTo>
                      <a:pt x="8882" y="5550"/>
                    </a:lnTo>
                    <a:lnTo>
                      <a:pt x="8672" y="5747"/>
                    </a:lnTo>
                    <a:lnTo>
                      <a:pt x="8462" y="5944"/>
                    </a:lnTo>
                    <a:lnTo>
                      <a:pt x="8252" y="6154"/>
                    </a:lnTo>
                    <a:lnTo>
                      <a:pt x="8068" y="6363"/>
                    </a:lnTo>
                    <a:lnTo>
                      <a:pt x="7871" y="6586"/>
                    </a:lnTo>
                    <a:lnTo>
                      <a:pt x="7688" y="6809"/>
                    </a:lnTo>
                    <a:lnTo>
                      <a:pt x="7517" y="7032"/>
                    </a:lnTo>
                    <a:lnTo>
                      <a:pt x="7347" y="7269"/>
                    </a:lnTo>
                    <a:lnTo>
                      <a:pt x="7176" y="7505"/>
                    </a:lnTo>
                    <a:lnTo>
                      <a:pt x="7019" y="7754"/>
                    </a:lnTo>
                    <a:lnTo>
                      <a:pt x="6874" y="8003"/>
                    </a:lnTo>
                    <a:lnTo>
                      <a:pt x="6730" y="8266"/>
                    </a:lnTo>
                    <a:lnTo>
                      <a:pt x="6586" y="8515"/>
                    </a:lnTo>
                    <a:lnTo>
                      <a:pt x="6323" y="9066"/>
                    </a:lnTo>
                    <a:lnTo>
                      <a:pt x="6087" y="9617"/>
                    </a:lnTo>
                    <a:lnTo>
                      <a:pt x="5877" y="10194"/>
                    </a:lnTo>
                    <a:lnTo>
                      <a:pt x="5681" y="10798"/>
                    </a:lnTo>
                    <a:lnTo>
                      <a:pt x="5523" y="11414"/>
                    </a:lnTo>
                    <a:lnTo>
                      <a:pt x="5379" y="12057"/>
                    </a:lnTo>
                    <a:lnTo>
                      <a:pt x="5261" y="12713"/>
                    </a:lnTo>
                    <a:lnTo>
                      <a:pt x="5169" y="13395"/>
                    </a:lnTo>
                    <a:lnTo>
                      <a:pt x="5090" y="14077"/>
                    </a:lnTo>
                    <a:lnTo>
                      <a:pt x="5051" y="14799"/>
                    </a:lnTo>
                    <a:lnTo>
                      <a:pt x="5025" y="15520"/>
                    </a:lnTo>
                    <a:lnTo>
                      <a:pt x="5025" y="16255"/>
                    </a:lnTo>
                    <a:lnTo>
                      <a:pt x="5051" y="17016"/>
                    </a:lnTo>
                    <a:lnTo>
                      <a:pt x="5025" y="17803"/>
                    </a:lnTo>
                    <a:lnTo>
                      <a:pt x="4985" y="18577"/>
                    </a:lnTo>
                    <a:lnTo>
                      <a:pt x="4920" y="19351"/>
                    </a:lnTo>
                    <a:lnTo>
                      <a:pt x="4841" y="20112"/>
                    </a:lnTo>
                    <a:lnTo>
                      <a:pt x="4736" y="20873"/>
                    </a:lnTo>
                    <a:lnTo>
                      <a:pt x="4618" y="21634"/>
                    </a:lnTo>
                    <a:lnTo>
                      <a:pt x="4461" y="22382"/>
                    </a:lnTo>
                    <a:lnTo>
                      <a:pt x="4303" y="23130"/>
                    </a:lnTo>
                    <a:lnTo>
                      <a:pt x="4106" y="23877"/>
                    </a:lnTo>
                    <a:lnTo>
                      <a:pt x="3896" y="24612"/>
                    </a:lnTo>
                    <a:lnTo>
                      <a:pt x="3673" y="25334"/>
                    </a:lnTo>
                    <a:lnTo>
                      <a:pt x="3424" y="26068"/>
                    </a:lnTo>
                    <a:lnTo>
                      <a:pt x="3149" y="26790"/>
                    </a:lnTo>
                    <a:lnTo>
                      <a:pt x="2860" y="27498"/>
                    </a:lnTo>
                    <a:lnTo>
                      <a:pt x="2545" y="28220"/>
                    </a:lnTo>
                    <a:lnTo>
                      <a:pt x="2204" y="28928"/>
                    </a:lnTo>
                    <a:lnTo>
                      <a:pt x="2020" y="29309"/>
                    </a:lnTo>
                    <a:lnTo>
                      <a:pt x="1811" y="29715"/>
                    </a:lnTo>
                    <a:lnTo>
                      <a:pt x="1338" y="30594"/>
                    </a:lnTo>
                    <a:lnTo>
                      <a:pt x="1102" y="31067"/>
                    </a:lnTo>
                    <a:lnTo>
                      <a:pt x="879" y="31552"/>
                    </a:lnTo>
                    <a:lnTo>
                      <a:pt x="656" y="32050"/>
                    </a:lnTo>
                    <a:lnTo>
                      <a:pt x="459" y="32549"/>
                    </a:lnTo>
                    <a:lnTo>
                      <a:pt x="289" y="33047"/>
                    </a:lnTo>
                    <a:lnTo>
                      <a:pt x="223" y="33310"/>
                    </a:lnTo>
                    <a:lnTo>
                      <a:pt x="158" y="33559"/>
                    </a:lnTo>
                    <a:lnTo>
                      <a:pt x="105" y="33808"/>
                    </a:lnTo>
                    <a:lnTo>
                      <a:pt x="53" y="34058"/>
                    </a:lnTo>
                    <a:lnTo>
                      <a:pt x="26" y="34307"/>
                    </a:lnTo>
                    <a:lnTo>
                      <a:pt x="13" y="34556"/>
                    </a:lnTo>
                    <a:lnTo>
                      <a:pt x="0" y="34792"/>
                    </a:lnTo>
                    <a:lnTo>
                      <a:pt x="13" y="35042"/>
                    </a:lnTo>
                    <a:lnTo>
                      <a:pt x="39" y="35278"/>
                    </a:lnTo>
                    <a:lnTo>
                      <a:pt x="79" y="35501"/>
                    </a:lnTo>
                    <a:lnTo>
                      <a:pt x="144" y="35737"/>
                    </a:lnTo>
                    <a:lnTo>
                      <a:pt x="210" y="35960"/>
                    </a:lnTo>
                    <a:lnTo>
                      <a:pt x="315" y="36183"/>
                    </a:lnTo>
                    <a:lnTo>
                      <a:pt x="420" y="36393"/>
                    </a:lnTo>
                    <a:lnTo>
                      <a:pt x="538" y="36563"/>
                    </a:lnTo>
                    <a:lnTo>
                      <a:pt x="656" y="36734"/>
                    </a:lnTo>
                    <a:lnTo>
                      <a:pt x="787" y="36891"/>
                    </a:lnTo>
                    <a:lnTo>
                      <a:pt x="932" y="37036"/>
                    </a:lnTo>
                    <a:lnTo>
                      <a:pt x="1089" y="37180"/>
                    </a:lnTo>
                    <a:lnTo>
                      <a:pt x="1246" y="37311"/>
                    </a:lnTo>
                    <a:lnTo>
                      <a:pt x="1417" y="37429"/>
                    </a:lnTo>
                    <a:lnTo>
                      <a:pt x="1587" y="37547"/>
                    </a:lnTo>
                    <a:lnTo>
                      <a:pt x="1771" y="37652"/>
                    </a:lnTo>
                    <a:lnTo>
                      <a:pt x="1968" y="37757"/>
                    </a:lnTo>
                    <a:lnTo>
                      <a:pt x="2152" y="37849"/>
                    </a:lnTo>
                    <a:lnTo>
                      <a:pt x="2362" y="37928"/>
                    </a:lnTo>
                    <a:lnTo>
                      <a:pt x="2558" y="38006"/>
                    </a:lnTo>
                    <a:lnTo>
                      <a:pt x="2768" y="38072"/>
                    </a:lnTo>
                    <a:lnTo>
                      <a:pt x="3201" y="38190"/>
                    </a:lnTo>
                    <a:lnTo>
                      <a:pt x="3634" y="38269"/>
                    </a:lnTo>
                    <a:lnTo>
                      <a:pt x="4080" y="38334"/>
                    </a:lnTo>
                    <a:lnTo>
                      <a:pt x="4513" y="38374"/>
                    </a:lnTo>
                    <a:lnTo>
                      <a:pt x="4959" y="38374"/>
                    </a:lnTo>
                    <a:lnTo>
                      <a:pt x="5379" y="38361"/>
                    </a:lnTo>
                    <a:lnTo>
                      <a:pt x="5799" y="38334"/>
                    </a:lnTo>
                    <a:lnTo>
                      <a:pt x="6205" y="38282"/>
                    </a:lnTo>
                    <a:lnTo>
                      <a:pt x="6573" y="38203"/>
                    </a:lnTo>
                    <a:lnTo>
                      <a:pt x="6874" y="38125"/>
                    </a:lnTo>
                    <a:lnTo>
                      <a:pt x="7163" y="38033"/>
                    </a:lnTo>
                    <a:lnTo>
                      <a:pt x="7452" y="37941"/>
                    </a:lnTo>
                    <a:lnTo>
                      <a:pt x="7727" y="37836"/>
                    </a:lnTo>
                    <a:lnTo>
                      <a:pt x="7990" y="37705"/>
                    </a:lnTo>
                    <a:lnTo>
                      <a:pt x="8252" y="37574"/>
                    </a:lnTo>
                    <a:lnTo>
                      <a:pt x="8514" y="37442"/>
                    </a:lnTo>
                    <a:lnTo>
                      <a:pt x="8764" y="37285"/>
                    </a:lnTo>
                    <a:lnTo>
                      <a:pt x="8987" y="37521"/>
                    </a:lnTo>
                    <a:lnTo>
                      <a:pt x="9236" y="37731"/>
                    </a:lnTo>
                    <a:lnTo>
                      <a:pt x="9472" y="37928"/>
                    </a:lnTo>
                    <a:lnTo>
                      <a:pt x="9721" y="38111"/>
                    </a:lnTo>
                    <a:lnTo>
                      <a:pt x="9984" y="38282"/>
                    </a:lnTo>
                    <a:lnTo>
                      <a:pt x="10246" y="38426"/>
                    </a:lnTo>
                    <a:lnTo>
                      <a:pt x="10522" y="38571"/>
                    </a:lnTo>
                    <a:lnTo>
                      <a:pt x="10784" y="38689"/>
                    </a:lnTo>
                    <a:lnTo>
                      <a:pt x="11059" y="38794"/>
                    </a:lnTo>
                    <a:lnTo>
                      <a:pt x="11348" y="38885"/>
                    </a:lnTo>
                    <a:lnTo>
                      <a:pt x="11637" y="38951"/>
                    </a:lnTo>
                    <a:lnTo>
                      <a:pt x="11925" y="39017"/>
                    </a:lnTo>
                    <a:lnTo>
                      <a:pt x="12214" y="39056"/>
                    </a:lnTo>
                    <a:lnTo>
                      <a:pt x="12502" y="39095"/>
                    </a:lnTo>
                    <a:lnTo>
                      <a:pt x="12791" y="39108"/>
                    </a:lnTo>
                    <a:lnTo>
                      <a:pt x="13093" y="39122"/>
                    </a:lnTo>
                    <a:lnTo>
                      <a:pt x="13395" y="39108"/>
                    </a:lnTo>
                    <a:lnTo>
                      <a:pt x="13683" y="39095"/>
                    </a:lnTo>
                    <a:lnTo>
                      <a:pt x="13985" y="39056"/>
                    </a:lnTo>
                    <a:lnTo>
                      <a:pt x="14274" y="39017"/>
                    </a:lnTo>
                    <a:lnTo>
                      <a:pt x="14575" y="38951"/>
                    </a:lnTo>
                    <a:lnTo>
                      <a:pt x="14877" y="38885"/>
                    </a:lnTo>
                    <a:lnTo>
                      <a:pt x="15166" y="38807"/>
                    </a:lnTo>
                    <a:lnTo>
                      <a:pt x="15454" y="38715"/>
                    </a:lnTo>
                    <a:lnTo>
                      <a:pt x="15743" y="38623"/>
                    </a:lnTo>
                    <a:lnTo>
                      <a:pt x="16031" y="38505"/>
                    </a:lnTo>
                    <a:lnTo>
                      <a:pt x="16320" y="38387"/>
                    </a:lnTo>
                    <a:lnTo>
                      <a:pt x="16596" y="38256"/>
                    </a:lnTo>
                    <a:lnTo>
                      <a:pt x="16871" y="38111"/>
                    </a:lnTo>
                    <a:lnTo>
                      <a:pt x="17133" y="37967"/>
                    </a:lnTo>
                    <a:lnTo>
                      <a:pt x="17409" y="37810"/>
                    </a:lnTo>
                    <a:lnTo>
                      <a:pt x="17671" y="37639"/>
                    </a:lnTo>
                    <a:lnTo>
                      <a:pt x="17684" y="37652"/>
                    </a:lnTo>
                    <a:lnTo>
                      <a:pt x="17881" y="37757"/>
                    </a:lnTo>
                    <a:lnTo>
                      <a:pt x="18078" y="37862"/>
                    </a:lnTo>
                    <a:lnTo>
                      <a:pt x="18275" y="37954"/>
                    </a:lnTo>
                    <a:lnTo>
                      <a:pt x="18485" y="38046"/>
                    </a:lnTo>
                    <a:lnTo>
                      <a:pt x="18681" y="38111"/>
                    </a:lnTo>
                    <a:lnTo>
                      <a:pt x="18891" y="38190"/>
                    </a:lnTo>
                    <a:lnTo>
                      <a:pt x="19088" y="38243"/>
                    </a:lnTo>
                    <a:lnTo>
                      <a:pt x="19298" y="38295"/>
                    </a:lnTo>
                    <a:lnTo>
                      <a:pt x="19705" y="38374"/>
                    </a:lnTo>
                    <a:lnTo>
                      <a:pt x="20125" y="38426"/>
                    </a:lnTo>
                    <a:lnTo>
                      <a:pt x="20531" y="38453"/>
                    </a:lnTo>
                    <a:lnTo>
                      <a:pt x="20951" y="38439"/>
                    </a:lnTo>
                    <a:lnTo>
                      <a:pt x="21358" y="38400"/>
                    </a:lnTo>
                    <a:lnTo>
                      <a:pt x="21751" y="38321"/>
                    </a:lnTo>
                    <a:lnTo>
                      <a:pt x="22145" y="38216"/>
                    </a:lnTo>
                    <a:lnTo>
                      <a:pt x="22538" y="38085"/>
                    </a:lnTo>
                    <a:lnTo>
                      <a:pt x="22919" y="37928"/>
                    </a:lnTo>
                    <a:lnTo>
                      <a:pt x="23103" y="37836"/>
                    </a:lnTo>
                    <a:lnTo>
                      <a:pt x="23273" y="37731"/>
                    </a:lnTo>
                    <a:lnTo>
                      <a:pt x="23457" y="37626"/>
                    </a:lnTo>
                    <a:lnTo>
                      <a:pt x="23627" y="37508"/>
                    </a:lnTo>
                    <a:lnTo>
                      <a:pt x="23798" y="37390"/>
                    </a:lnTo>
                    <a:lnTo>
                      <a:pt x="23968" y="37259"/>
                    </a:lnTo>
                    <a:lnTo>
                      <a:pt x="24244" y="37429"/>
                    </a:lnTo>
                    <a:lnTo>
                      <a:pt x="24533" y="37587"/>
                    </a:lnTo>
                    <a:lnTo>
                      <a:pt x="24834" y="37731"/>
                    </a:lnTo>
                    <a:lnTo>
                      <a:pt x="25149" y="37875"/>
                    </a:lnTo>
                    <a:lnTo>
                      <a:pt x="25477" y="38006"/>
                    </a:lnTo>
                    <a:lnTo>
                      <a:pt x="25805" y="38125"/>
                    </a:lnTo>
                    <a:lnTo>
                      <a:pt x="26159" y="38243"/>
                    </a:lnTo>
                    <a:lnTo>
                      <a:pt x="26514" y="38334"/>
                    </a:lnTo>
                    <a:lnTo>
                      <a:pt x="26868" y="38426"/>
                    </a:lnTo>
                    <a:lnTo>
                      <a:pt x="27222" y="38492"/>
                    </a:lnTo>
                    <a:lnTo>
                      <a:pt x="27589" y="38557"/>
                    </a:lnTo>
                    <a:lnTo>
                      <a:pt x="27957" y="38597"/>
                    </a:lnTo>
                    <a:lnTo>
                      <a:pt x="28311" y="38623"/>
                    </a:lnTo>
                    <a:lnTo>
                      <a:pt x="28678" y="38636"/>
                    </a:lnTo>
                    <a:lnTo>
                      <a:pt x="29032" y="38636"/>
                    </a:lnTo>
                    <a:lnTo>
                      <a:pt x="29387" y="38610"/>
                    </a:lnTo>
                    <a:lnTo>
                      <a:pt x="29728" y="38571"/>
                    </a:lnTo>
                    <a:lnTo>
                      <a:pt x="30056" y="38505"/>
                    </a:lnTo>
                    <a:lnTo>
                      <a:pt x="30384" y="38426"/>
                    </a:lnTo>
                    <a:lnTo>
                      <a:pt x="30698" y="38334"/>
                    </a:lnTo>
                    <a:lnTo>
                      <a:pt x="30987" y="38203"/>
                    </a:lnTo>
                    <a:lnTo>
                      <a:pt x="31276" y="38059"/>
                    </a:lnTo>
                    <a:lnTo>
                      <a:pt x="31538" y="37902"/>
                    </a:lnTo>
                    <a:lnTo>
                      <a:pt x="31787" y="37705"/>
                    </a:lnTo>
                    <a:lnTo>
                      <a:pt x="31905" y="37600"/>
                    </a:lnTo>
                    <a:lnTo>
                      <a:pt x="32023" y="37495"/>
                    </a:lnTo>
                    <a:lnTo>
                      <a:pt x="32128" y="37377"/>
                    </a:lnTo>
                    <a:lnTo>
                      <a:pt x="32233" y="37246"/>
                    </a:lnTo>
                    <a:lnTo>
                      <a:pt x="32325" y="37128"/>
                    </a:lnTo>
                    <a:lnTo>
                      <a:pt x="32417" y="36983"/>
                    </a:lnTo>
                    <a:lnTo>
                      <a:pt x="32496" y="36839"/>
                    </a:lnTo>
                    <a:lnTo>
                      <a:pt x="32574" y="36695"/>
                    </a:lnTo>
                    <a:lnTo>
                      <a:pt x="32640" y="36537"/>
                    </a:lnTo>
                    <a:lnTo>
                      <a:pt x="32706" y="36380"/>
                    </a:lnTo>
                    <a:lnTo>
                      <a:pt x="32758" y="36209"/>
                    </a:lnTo>
                    <a:lnTo>
                      <a:pt x="32811" y="36026"/>
                    </a:lnTo>
                    <a:lnTo>
                      <a:pt x="32850" y="35842"/>
                    </a:lnTo>
                    <a:lnTo>
                      <a:pt x="32889" y="35645"/>
                    </a:lnTo>
                    <a:lnTo>
                      <a:pt x="32916" y="35448"/>
                    </a:lnTo>
                    <a:lnTo>
                      <a:pt x="32942" y="35238"/>
                    </a:lnTo>
                    <a:lnTo>
                      <a:pt x="32942" y="35002"/>
                    </a:lnTo>
                    <a:lnTo>
                      <a:pt x="32942" y="34779"/>
                    </a:lnTo>
                    <a:lnTo>
                      <a:pt x="32942" y="34543"/>
                    </a:lnTo>
                    <a:lnTo>
                      <a:pt x="32916" y="34320"/>
                    </a:lnTo>
                    <a:lnTo>
                      <a:pt x="32889" y="34097"/>
                    </a:lnTo>
                    <a:lnTo>
                      <a:pt x="32850" y="33887"/>
                    </a:lnTo>
                    <a:lnTo>
                      <a:pt x="32811" y="33664"/>
                    </a:lnTo>
                    <a:lnTo>
                      <a:pt x="32758" y="33454"/>
                    </a:lnTo>
                    <a:lnTo>
                      <a:pt x="32627" y="33021"/>
                    </a:lnTo>
                    <a:lnTo>
                      <a:pt x="32470" y="32615"/>
                    </a:lnTo>
                    <a:lnTo>
                      <a:pt x="32286" y="32208"/>
                    </a:lnTo>
                    <a:lnTo>
                      <a:pt x="32089" y="31801"/>
                    </a:lnTo>
                    <a:lnTo>
                      <a:pt x="31879" y="31408"/>
                    </a:lnTo>
                    <a:lnTo>
                      <a:pt x="31656" y="31014"/>
                    </a:lnTo>
                    <a:lnTo>
                      <a:pt x="31197" y="30240"/>
                    </a:lnTo>
                    <a:lnTo>
                      <a:pt x="30751" y="29453"/>
                    </a:lnTo>
                    <a:lnTo>
                      <a:pt x="30528" y="29059"/>
                    </a:lnTo>
                    <a:lnTo>
                      <a:pt x="30318" y="28666"/>
                    </a:lnTo>
                    <a:lnTo>
                      <a:pt x="30174" y="28351"/>
                    </a:lnTo>
                    <a:lnTo>
                      <a:pt x="30029" y="28023"/>
                    </a:lnTo>
                    <a:lnTo>
                      <a:pt x="29898" y="27695"/>
                    </a:lnTo>
                    <a:lnTo>
                      <a:pt x="29767" y="27367"/>
                    </a:lnTo>
                    <a:lnTo>
                      <a:pt x="29636" y="26960"/>
                    </a:lnTo>
                    <a:lnTo>
                      <a:pt x="29518" y="26540"/>
                    </a:lnTo>
                    <a:lnTo>
                      <a:pt x="29413" y="26108"/>
                    </a:lnTo>
                    <a:lnTo>
                      <a:pt x="29321" y="25661"/>
                    </a:lnTo>
                    <a:lnTo>
                      <a:pt x="29242" y="25215"/>
                    </a:lnTo>
                    <a:lnTo>
                      <a:pt x="29177" y="24756"/>
                    </a:lnTo>
                    <a:lnTo>
                      <a:pt x="29111" y="24297"/>
                    </a:lnTo>
                    <a:lnTo>
                      <a:pt x="29072" y="23825"/>
                    </a:lnTo>
                    <a:lnTo>
                      <a:pt x="29032" y="23366"/>
                    </a:lnTo>
                    <a:lnTo>
                      <a:pt x="29006" y="22893"/>
                    </a:lnTo>
                    <a:lnTo>
                      <a:pt x="28967" y="21962"/>
                    </a:lnTo>
                    <a:lnTo>
                      <a:pt x="28954" y="21057"/>
                    </a:lnTo>
                    <a:lnTo>
                      <a:pt x="28941" y="20178"/>
                    </a:lnTo>
                    <a:lnTo>
                      <a:pt x="28954" y="19496"/>
                    </a:lnTo>
                    <a:lnTo>
                      <a:pt x="28980" y="18840"/>
                    </a:lnTo>
                    <a:lnTo>
                      <a:pt x="29019" y="18184"/>
                    </a:lnTo>
                    <a:lnTo>
                      <a:pt x="29072" y="17554"/>
                    </a:lnTo>
                    <a:lnTo>
                      <a:pt x="29177" y="16268"/>
                    </a:lnTo>
                    <a:lnTo>
                      <a:pt x="29216" y="15639"/>
                    </a:lnTo>
                    <a:lnTo>
                      <a:pt x="29255" y="14996"/>
                    </a:lnTo>
                    <a:lnTo>
                      <a:pt x="29255" y="14340"/>
                    </a:lnTo>
                    <a:lnTo>
                      <a:pt x="29242" y="13671"/>
                    </a:lnTo>
                    <a:lnTo>
                      <a:pt x="29216" y="13330"/>
                    </a:lnTo>
                    <a:lnTo>
                      <a:pt x="29190" y="12975"/>
                    </a:lnTo>
                    <a:lnTo>
                      <a:pt x="29150" y="12634"/>
                    </a:lnTo>
                    <a:lnTo>
                      <a:pt x="29098" y="12280"/>
                    </a:lnTo>
                    <a:lnTo>
                      <a:pt x="29032" y="11913"/>
                    </a:lnTo>
                    <a:lnTo>
                      <a:pt x="28967" y="11545"/>
                    </a:lnTo>
                    <a:lnTo>
                      <a:pt x="28875" y="11165"/>
                    </a:lnTo>
                    <a:lnTo>
                      <a:pt x="28783" y="10785"/>
                    </a:lnTo>
                    <a:lnTo>
                      <a:pt x="28678" y="10391"/>
                    </a:lnTo>
                    <a:lnTo>
                      <a:pt x="28547" y="9997"/>
                    </a:lnTo>
                    <a:lnTo>
                      <a:pt x="28403" y="9591"/>
                    </a:lnTo>
                    <a:lnTo>
                      <a:pt x="28245" y="9171"/>
                    </a:lnTo>
                    <a:lnTo>
                      <a:pt x="28140" y="8935"/>
                    </a:lnTo>
                    <a:lnTo>
                      <a:pt x="28035" y="8685"/>
                    </a:lnTo>
                    <a:lnTo>
                      <a:pt x="27904" y="8462"/>
                    </a:lnTo>
                    <a:lnTo>
                      <a:pt x="27773" y="8226"/>
                    </a:lnTo>
                    <a:lnTo>
                      <a:pt x="27629" y="8016"/>
                    </a:lnTo>
                    <a:lnTo>
                      <a:pt x="27484" y="7807"/>
                    </a:lnTo>
                    <a:lnTo>
                      <a:pt x="27327" y="7597"/>
                    </a:lnTo>
                    <a:lnTo>
                      <a:pt x="27169" y="7400"/>
                    </a:lnTo>
                    <a:lnTo>
                      <a:pt x="26841" y="7032"/>
                    </a:lnTo>
                    <a:lnTo>
                      <a:pt x="26514" y="6691"/>
                    </a:lnTo>
                    <a:lnTo>
                      <a:pt x="26172" y="6377"/>
                    </a:lnTo>
                    <a:lnTo>
                      <a:pt x="25831" y="6088"/>
                    </a:lnTo>
                    <a:lnTo>
                      <a:pt x="25503" y="5839"/>
                    </a:lnTo>
                    <a:lnTo>
                      <a:pt x="25202" y="5629"/>
                    </a:lnTo>
                    <a:lnTo>
                      <a:pt x="24926" y="5445"/>
                    </a:lnTo>
                    <a:lnTo>
                      <a:pt x="24690" y="5288"/>
                    </a:lnTo>
                    <a:lnTo>
                      <a:pt x="24336" y="5091"/>
                    </a:lnTo>
                    <a:lnTo>
                      <a:pt x="24191" y="5025"/>
                    </a:lnTo>
                    <a:lnTo>
                      <a:pt x="24244" y="4789"/>
                    </a:lnTo>
                    <a:lnTo>
                      <a:pt x="24270" y="4553"/>
                    </a:lnTo>
                    <a:lnTo>
                      <a:pt x="24270" y="4304"/>
                    </a:lnTo>
                    <a:lnTo>
                      <a:pt x="24244" y="4068"/>
                    </a:lnTo>
                    <a:lnTo>
                      <a:pt x="24205" y="3831"/>
                    </a:lnTo>
                    <a:lnTo>
                      <a:pt x="24126" y="3608"/>
                    </a:lnTo>
                    <a:lnTo>
                      <a:pt x="24034" y="3385"/>
                    </a:lnTo>
                    <a:lnTo>
                      <a:pt x="23916" y="3175"/>
                    </a:lnTo>
                    <a:lnTo>
                      <a:pt x="23772" y="2992"/>
                    </a:lnTo>
                    <a:lnTo>
                      <a:pt x="23614" y="2821"/>
                    </a:lnTo>
                    <a:lnTo>
                      <a:pt x="23522" y="2743"/>
                    </a:lnTo>
                    <a:lnTo>
                      <a:pt x="23431" y="2664"/>
                    </a:lnTo>
                    <a:lnTo>
                      <a:pt x="23326" y="2598"/>
                    </a:lnTo>
                    <a:lnTo>
                      <a:pt x="23221" y="2546"/>
                    </a:lnTo>
                    <a:lnTo>
                      <a:pt x="23103" y="2493"/>
                    </a:lnTo>
                    <a:lnTo>
                      <a:pt x="22985" y="2441"/>
                    </a:lnTo>
                    <a:lnTo>
                      <a:pt x="22866" y="2401"/>
                    </a:lnTo>
                    <a:lnTo>
                      <a:pt x="22735" y="2375"/>
                    </a:lnTo>
                    <a:lnTo>
                      <a:pt x="22591" y="2349"/>
                    </a:lnTo>
                    <a:lnTo>
                      <a:pt x="22460" y="2336"/>
                    </a:lnTo>
                    <a:lnTo>
                      <a:pt x="22302" y="2323"/>
                    </a:lnTo>
                    <a:lnTo>
                      <a:pt x="22158" y="2336"/>
                    </a:lnTo>
                    <a:lnTo>
                      <a:pt x="22040" y="2349"/>
                    </a:lnTo>
                    <a:lnTo>
                      <a:pt x="21922" y="2362"/>
                    </a:lnTo>
                    <a:lnTo>
                      <a:pt x="21883" y="2126"/>
                    </a:lnTo>
                    <a:lnTo>
                      <a:pt x="21804" y="1890"/>
                    </a:lnTo>
                    <a:lnTo>
                      <a:pt x="21725" y="1654"/>
                    </a:lnTo>
                    <a:lnTo>
                      <a:pt x="21620" y="1431"/>
                    </a:lnTo>
                    <a:lnTo>
                      <a:pt x="21489" y="1221"/>
                    </a:lnTo>
                    <a:lnTo>
                      <a:pt x="21358" y="1024"/>
                    </a:lnTo>
                    <a:lnTo>
                      <a:pt x="21200" y="827"/>
                    </a:lnTo>
                    <a:lnTo>
                      <a:pt x="21030" y="657"/>
                    </a:lnTo>
                    <a:lnTo>
                      <a:pt x="20833" y="499"/>
                    </a:lnTo>
                    <a:lnTo>
                      <a:pt x="20623" y="368"/>
                    </a:lnTo>
                    <a:lnTo>
                      <a:pt x="20400" y="250"/>
                    </a:lnTo>
                    <a:lnTo>
                      <a:pt x="20151" y="145"/>
                    </a:lnTo>
                    <a:lnTo>
                      <a:pt x="19888" y="66"/>
                    </a:lnTo>
                    <a:lnTo>
                      <a:pt x="19613" y="27"/>
                    </a:lnTo>
                    <a:lnTo>
                      <a:pt x="193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45"/>
              <p:cNvSpPr/>
              <p:nvPr/>
            </p:nvSpPr>
            <p:spPr>
              <a:xfrm>
                <a:off x="1989700" y="3428739"/>
                <a:ext cx="395636" cy="44767"/>
              </a:xfrm>
              <a:custGeom>
                <a:avLst/>
                <a:gdLst/>
                <a:ahLst/>
                <a:cxnLst/>
                <a:rect l="l" t="t" r="r" b="b"/>
                <a:pathLst>
                  <a:path w="22041" h="2494" extrusionOk="0">
                    <a:moveTo>
                      <a:pt x="1" y="1"/>
                    </a:moveTo>
                    <a:lnTo>
                      <a:pt x="14" y="250"/>
                    </a:lnTo>
                    <a:lnTo>
                      <a:pt x="53" y="499"/>
                    </a:lnTo>
                    <a:lnTo>
                      <a:pt x="106" y="736"/>
                    </a:lnTo>
                    <a:lnTo>
                      <a:pt x="197" y="972"/>
                    </a:lnTo>
                    <a:lnTo>
                      <a:pt x="302" y="1182"/>
                    </a:lnTo>
                    <a:lnTo>
                      <a:pt x="420" y="1392"/>
                    </a:lnTo>
                    <a:lnTo>
                      <a:pt x="565" y="1588"/>
                    </a:lnTo>
                    <a:lnTo>
                      <a:pt x="735" y="1759"/>
                    </a:lnTo>
                    <a:lnTo>
                      <a:pt x="906" y="1916"/>
                    </a:lnTo>
                    <a:lnTo>
                      <a:pt x="1103" y="2061"/>
                    </a:lnTo>
                    <a:lnTo>
                      <a:pt x="1299" y="2192"/>
                    </a:lnTo>
                    <a:lnTo>
                      <a:pt x="1522" y="2297"/>
                    </a:lnTo>
                    <a:lnTo>
                      <a:pt x="1759" y="2375"/>
                    </a:lnTo>
                    <a:lnTo>
                      <a:pt x="1995" y="2441"/>
                    </a:lnTo>
                    <a:lnTo>
                      <a:pt x="2244" y="2480"/>
                    </a:lnTo>
                    <a:lnTo>
                      <a:pt x="2493" y="2494"/>
                    </a:lnTo>
                    <a:lnTo>
                      <a:pt x="19548" y="2494"/>
                    </a:lnTo>
                    <a:lnTo>
                      <a:pt x="19797" y="2480"/>
                    </a:lnTo>
                    <a:lnTo>
                      <a:pt x="20046" y="2441"/>
                    </a:lnTo>
                    <a:lnTo>
                      <a:pt x="20282" y="2375"/>
                    </a:lnTo>
                    <a:lnTo>
                      <a:pt x="20519" y="2297"/>
                    </a:lnTo>
                    <a:lnTo>
                      <a:pt x="20729" y="2192"/>
                    </a:lnTo>
                    <a:lnTo>
                      <a:pt x="20938" y="2061"/>
                    </a:lnTo>
                    <a:lnTo>
                      <a:pt x="21135" y="1916"/>
                    </a:lnTo>
                    <a:lnTo>
                      <a:pt x="21306" y="1759"/>
                    </a:lnTo>
                    <a:lnTo>
                      <a:pt x="21476" y="1588"/>
                    </a:lnTo>
                    <a:lnTo>
                      <a:pt x="21621" y="1392"/>
                    </a:lnTo>
                    <a:lnTo>
                      <a:pt x="21739" y="1182"/>
                    </a:lnTo>
                    <a:lnTo>
                      <a:pt x="21844" y="972"/>
                    </a:lnTo>
                    <a:lnTo>
                      <a:pt x="21922" y="736"/>
                    </a:lnTo>
                    <a:lnTo>
                      <a:pt x="21988" y="499"/>
                    </a:lnTo>
                    <a:lnTo>
                      <a:pt x="22027" y="250"/>
                    </a:lnTo>
                    <a:lnTo>
                      <a:pt x="2204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Google Shape;2318;p45">
            <a:extLst>
              <a:ext uri="{FF2B5EF4-FFF2-40B4-BE49-F238E27FC236}">
                <a16:creationId xmlns:a16="http://schemas.microsoft.com/office/drawing/2014/main" id="{D1ACA2E9-BDE2-28EF-7FE9-0E562AFE3B5A}"/>
              </a:ext>
            </a:extLst>
          </p:cNvPr>
          <p:cNvSpPr txBox="1"/>
          <p:nvPr/>
        </p:nvSpPr>
        <p:spPr>
          <a:xfrm>
            <a:off x="6629400" y="3646994"/>
            <a:ext cx="20574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Key Question</a:t>
            </a:r>
          </a:p>
          <a:p>
            <a:pPr algn="ctr"/>
            <a:r>
              <a:rPr lang="en-US" dirty="0"/>
              <a:t>can we predict whether a river will flood tomorrow?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"/>
          <p:cNvSpPr/>
          <p:nvPr/>
        </p:nvSpPr>
        <p:spPr>
          <a:xfrm>
            <a:off x="457200" y="1324425"/>
            <a:ext cx="2889300" cy="3407700"/>
          </a:xfrm>
          <a:prstGeom prst="roundRect">
            <a:avLst>
              <a:gd name="adj" fmla="val 14082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Project Overview</a:t>
            </a:r>
            <a:endParaRPr dirty="0"/>
          </a:p>
        </p:txBody>
      </p:sp>
      <p:sp>
        <p:nvSpPr>
          <p:cNvPr id="414" name="Google Shape;414;p18"/>
          <p:cNvSpPr/>
          <p:nvPr/>
        </p:nvSpPr>
        <p:spPr>
          <a:xfrm>
            <a:off x="1796338" y="3501400"/>
            <a:ext cx="230900" cy="230550"/>
          </a:xfrm>
          <a:custGeom>
            <a:avLst/>
            <a:gdLst/>
            <a:ahLst/>
            <a:cxnLst/>
            <a:rect l="l" t="t" r="r" b="b"/>
            <a:pathLst>
              <a:path w="9236" h="9222" fill="none" extrusionOk="0">
                <a:moveTo>
                  <a:pt x="9236" y="4611"/>
                </a:moveTo>
                <a:lnTo>
                  <a:pt x="9236" y="4611"/>
                </a:lnTo>
                <a:lnTo>
                  <a:pt x="9222" y="4838"/>
                </a:lnTo>
                <a:lnTo>
                  <a:pt x="9207" y="5080"/>
                </a:lnTo>
                <a:lnTo>
                  <a:pt x="9179" y="5308"/>
                </a:lnTo>
                <a:lnTo>
                  <a:pt x="9136" y="5536"/>
                </a:lnTo>
                <a:lnTo>
                  <a:pt x="9079" y="5763"/>
                </a:lnTo>
                <a:lnTo>
                  <a:pt x="9022" y="5977"/>
                </a:lnTo>
                <a:lnTo>
                  <a:pt x="8951" y="6190"/>
                </a:lnTo>
                <a:lnTo>
                  <a:pt x="8866" y="6404"/>
                </a:lnTo>
                <a:lnTo>
                  <a:pt x="8780" y="6603"/>
                </a:lnTo>
                <a:lnTo>
                  <a:pt x="8667" y="6802"/>
                </a:lnTo>
                <a:lnTo>
                  <a:pt x="8567" y="7001"/>
                </a:lnTo>
                <a:lnTo>
                  <a:pt x="8439" y="7186"/>
                </a:lnTo>
                <a:lnTo>
                  <a:pt x="8311" y="7371"/>
                </a:lnTo>
                <a:lnTo>
                  <a:pt x="8183" y="7542"/>
                </a:lnTo>
                <a:lnTo>
                  <a:pt x="8026" y="7713"/>
                </a:lnTo>
                <a:lnTo>
                  <a:pt x="7884" y="7869"/>
                </a:lnTo>
                <a:lnTo>
                  <a:pt x="7713" y="8026"/>
                </a:lnTo>
                <a:lnTo>
                  <a:pt x="7557" y="8168"/>
                </a:lnTo>
                <a:lnTo>
                  <a:pt x="7372" y="8310"/>
                </a:lnTo>
                <a:lnTo>
                  <a:pt x="7201" y="8439"/>
                </a:lnTo>
                <a:lnTo>
                  <a:pt x="7002" y="8552"/>
                </a:lnTo>
                <a:lnTo>
                  <a:pt x="6817" y="8666"/>
                </a:lnTo>
                <a:lnTo>
                  <a:pt x="6618" y="8766"/>
                </a:lnTo>
                <a:lnTo>
                  <a:pt x="6418" y="8865"/>
                </a:lnTo>
                <a:lnTo>
                  <a:pt x="6205" y="8937"/>
                </a:lnTo>
                <a:lnTo>
                  <a:pt x="5991" y="9008"/>
                </a:lnTo>
                <a:lnTo>
                  <a:pt x="5764" y="9079"/>
                </a:lnTo>
                <a:lnTo>
                  <a:pt x="5550" y="9122"/>
                </a:lnTo>
                <a:lnTo>
                  <a:pt x="5323" y="9164"/>
                </a:lnTo>
                <a:lnTo>
                  <a:pt x="5095" y="9193"/>
                </a:lnTo>
                <a:lnTo>
                  <a:pt x="4853" y="9221"/>
                </a:lnTo>
                <a:lnTo>
                  <a:pt x="4611" y="9221"/>
                </a:lnTo>
                <a:lnTo>
                  <a:pt x="4611" y="9221"/>
                </a:lnTo>
                <a:lnTo>
                  <a:pt x="4383" y="9221"/>
                </a:lnTo>
                <a:lnTo>
                  <a:pt x="4142" y="9193"/>
                </a:lnTo>
                <a:lnTo>
                  <a:pt x="3914" y="9164"/>
                </a:lnTo>
                <a:lnTo>
                  <a:pt x="3686" y="9122"/>
                </a:lnTo>
                <a:lnTo>
                  <a:pt x="3459" y="9079"/>
                </a:lnTo>
                <a:lnTo>
                  <a:pt x="3245" y="9008"/>
                </a:lnTo>
                <a:lnTo>
                  <a:pt x="3032" y="8937"/>
                </a:lnTo>
                <a:lnTo>
                  <a:pt x="2818" y="8865"/>
                </a:lnTo>
                <a:lnTo>
                  <a:pt x="2619" y="8766"/>
                </a:lnTo>
                <a:lnTo>
                  <a:pt x="2420" y="8666"/>
                </a:lnTo>
                <a:lnTo>
                  <a:pt x="2221" y="8552"/>
                </a:lnTo>
                <a:lnTo>
                  <a:pt x="2036" y="8439"/>
                </a:lnTo>
                <a:lnTo>
                  <a:pt x="1851" y="8310"/>
                </a:lnTo>
                <a:lnTo>
                  <a:pt x="1680" y="8168"/>
                </a:lnTo>
                <a:lnTo>
                  <a:pt x="1509" y="8026"/>
                </a:lnTo>
                <a:lnTo>
                  <a:pt x="1352" y="7869"/>
                </a:lnTo>
                <a:lnTo>
                  <a:pt x="1196" y="7713"/>
                </a:lnTo>
                <a:lnTo>
                  <a:pt x="1054" y="7542"/>
                </a:lnTo>
                <a:lnTo>
                  <a:pt x="926" y="7371"/>
                </a:lnTo>
                <a:lnTo>
                  <a:pt x="783" y="7186"/>
                </a:lnTo>
                <a:lnTo>
                  <a:pt x="669" y="7001"/>
                </a:lnTo>
                <a:lnTo>
                  <a:pt x="556" y="6802"/>
                </a:lnTo>
                <a:lnTo>
                  <a:pt x="456" y="6603"/>
                </a:lnTo>
                <a:lnTo>
                  <a:pt x="371" y="6404"/>
                </a:lnTo>
                <a:lnTo>
                  <a:pt x="285" y="6190"/>
                </a:lnTo>
                <a:lnTo>
                  <a:pt x="214" y="5977"/>
                </a:lnTo>
                <a:lnTo>
                  <a:pt x="143" y="5763"/>
                </a:lnTo>
                <a:lnTo>
                  <a:pt x="100" y="5536"/>
                </a:lnTo>
                <a:lnTo>
                  <a:pt x="58" y="5308"/>
                </a:lnTo>
                <a:lnTo>
                  <a:pt x="29" y="5080"/>
                </a:lnTo>
                <a:lnTo>
                  <a:pt x="15" y="4838"/>
                </a:lnTo>
                <a:lnTo>
                  <a:pt x="1" y="4611"/>
                </a:lnTo>
                <a:lnTo>
                  <a:pt x="1" y="4611"/>
                </a:lnTo>
                <a:lnTo>
                  <a:pt x="15" y="4369"/>
                </a:lnTo>
                <a:lnTo>
                  <a:pt x="29" y="4141"/>
                </a:lnTo>
                <a:lnTo>
                  <a:pt x="58" y="3899"/>
                </a:lnTo>
                <a:lnTo>
                  <a:pt x="100" y="3671"/>
                </a:lnTo>
                <a:lnTo>
                  <a:pt x="143" y="3458"/>
                </a:lnTo>
                <a:lnTo>
                  <a:pt x="214" y="3230"/>
                </a:lnTo>
                <a:lnTo>
                  <a:pt x="285" y="3017"/>
                </a:lnTo>
                <a:lnTo>
                  <a:pt x="371" y="2818"/>
                </a:lnTo>
                <a:lnTo>
                  <a:pt x="456" y="2604"/>
                </a:lnTo>
                <a:lnTo>
                  <a:pt x="556" y="2405"/>
                </a:lnTo>
                <a:lnTo>
                  <a:pt x="669" y="2220"/>
                </a:lnTo>
                <a:lnTo>
                  <a:pt x="783" y="2035"/>
                </a:lnTo>
                <a:lnTo>
                  <a:pt x="926" y="1850"/>
                </a:lnTo>
                <a:lnTo>
                  <a:pt x="1054" y="1679"/>
                </a:lnTo>
                <a:lnTo>
                  <a:pt x="1196" y="1509"/>
                </a:lnTo>
                <a:lnTo>
                  <a:pt x="1352" y="1352"/>
                </a:lnTo>
                <a:lnTo>
                  <a:pt x="1509" y="1195"/>
                </a:lnTo>
                <a:lnTo>
                  <a:pt x="1680" y="1053"/>
                </a:lnTo>
                <a:lnTo>
                  <a:pt x="1851" y="911"/>
                </a:lnTo>
                <a:lnTo>
                  <a:pt x="2036" y="783"/>
                </a:lnTo>
                <a:lnTo>
                  <a:pt x="2221" y="669"/>
                </a:lnTo>
                <a:lnTo>
                  <a:pt x="2420" y="555"/>
                </a:lnTo>
                <a:lnTo>
                  <a:pt x="2619" y="456"/>
                </a:lnTo>
                <a:lnTo>
                  <a:pt x="2818" y="356"/>
                </a:lnTo>
                <a:lnTo>
                  <a:pt x="3032" y="271"/>
                </a:lnTo>
                <a:lnTo>
                  <a:pt x="3245" y="199"/>
                </a:lnTo>
                <a:lnTo>
                  <a:pt x="3459" y="142"/>
                </a:lnTo>
                <a:lnTo>
                  <a:pt x="3686" y="86"/>
                </a:lnTo>
                <a:lnTo>
                  <a:pt x="3914" y="43"/>
                </a:lnTo>
                <a:lnTo>
                  <a:pt x="4142" y="14"/>
                </a:lnTo>
                <a:lnTo>
                  <a:pt x="4383" y="0"/>
                </a:lnTo>
                <a:lnTo>
                  <a:pt x="4611" y="0"/>
                </a:lnTo>
                <a:lnTo>
                  <a:pt x="4611" y="0"/>
                </a:lnTo>
                <a:lnTo>
                  <a:pt x="4853" y="0"/>
                </a:lnTo>
                <a:lnTo>
                  <a:pt x="5095" y="14"/>
                </a:lnTo>
                <a:lnTo>
                  <a:pt x="5323" y="43"/>
                </a:lnTo>
                <a:lnTo>
                  <a:pt x="5550" y="86"/>
                </a:lnTo>
                <a:lnTo>
                  <a:pt x="5764" y="142"/>
                </a:lnTo>
                <a:lnTo>
                  <a:pt x="5991" y="199"/>
                </a:lnTo>
                <a:lnTo>
                  <a:pt x="6205" y="271"/>
                </a:lnTo>
                <a:lnTo>
                  <a:pt x="6418" y="356"/>
                </a:lnTo>
                <a:lnTo>
                  <a:pt x="6618" y="456"/>
                </a:lnTo>
                <a:lnTo>
                  <a:pt x="6817" y="555"/>
                </a:lnTo>
                <a:lnTo>
                  <a:pt x="7002" y="669"/>
                </a:lnTo>
                <a:lnTo>
                  <a:pt x="7201" y="783"/>
                </a:lnTo>
                <a:lnTo>
                  <a:pt x="7372" y="911"/>
                </a:lnTo>
                <a:lnTo>
                  <a:pt x="7557" y="1053"/>
                </a:lnTo>
                <a:lnTo>
                  <a:pt x="7713" y="1195"/>
                </a:lnTo>
                <a:lnTo>
                  <a:pt x="7884" y="1352"/>
                </a:lnTo>
                <a:lnTo>
                  <a:pt x="8026" y="1509"/>
                </a:lnTo>
                <a:lnTo>
                  <a:pt x="8183" y="1679"/>
                </a:lnTo>
                <a:lnTo>
                  <a:pt x="8311" y="1850"/>
                </a:lnTo>
                <a:lnTo>
                  <a:pt x="8439" y="2035"/>
                </a:lnTo>
                <a:lnTo>
                  <a:pt x="8567" y="2220"/>
                </a:lnTo>
                <a:lnTo>
                  <a:pt x="8667" y="2405"/>
                </a:lnTo>
                <a:lnTo>
                  <a:pt x="8780" y="2604"/>
                </a:lnTo>
                <a:lnTo>
                  <a:pt x="8866" y="2818"/>
                </a:lnTo>
                <a:lnTo>
                  <a:pt x="8951" y="3017"/>
                </a:lnTo>
                <a:lnTo>
                  <a:pt x="9022" y="3230"/>
                </a:lnTo>
                <a:lnTo>
                  <a:pt x="9079" y="3458"/>
                </a:lnTo>
                <a:lnTo>
                  <a:pt x="9136" y="3671"/>
                </a:lnTo>
                <a:lnTo>
                  <a:pt x="9179" y="3899"/>
                </a:lnTo>
                <a:lnTo>
                  <a:pt x="9207" y="4141"/>
                </a:lnTo>
                <a:lnTo>
                  <a:pt x="9222" y="4369"/>
                </a:lnTo>
                <a:lnTo>
                  <a:pt x="9236" y="4611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1796338" y="3501400"/>
            <a:ext cx="164750" cy="142325"/>
          </a:xfrm>
          <a:custGeom>
            <a:avLst/>
            <a:gdLst/>
            <a:ahLst/>
            <a:cxnLst/>
            <a:rect l="l" t="t" r="r" b="b"/>
            <a:pathLst>
              <a:path w="6590" h="5693" fill="none" extrusionOk="0">
                <a:moveTo>
                  <a:pt x="4611" y="0"/>
                </a:moveTo>
                <a:lnTo>
                  <a:pt x="4611" y="0"/>
                </a:lnTo>
                <a:lnTo>
                  <a:pt x="4383" y="0"/>
                </a:ln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lnTo>
                  <a:pt x="461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5933DA-0FA0-B61B-1F0E-87A9EC8D3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13" y="2036806"/>
            <a:ext cx="2917750" cy="1982937"/>
          </a:xfrm>
          <a:prstGeom prst="rect">
            <a:avLst/>
          </a:prstGeom>
        </p:spPr>
      </p:pic>
      <p:sp>
        <p:nvSpPr>
          <p:cNvPr id="417" name="Google Shape;417;p18"/>
          <p:cNvSpPr/>
          <p:nvPr/>
        </p:nvSpPr>
        <p:spPr>
          <a:xfrm>
            <a:off x="1914525" y="1385900"/>
            <a:ext cx="2290775" cy="2252650"/>
          </a:xfrm>
          <a:custGeom>
            <a:avLst/>
            <a:gdLst/>
            <a:ahLst/>
            <a:cxnLst/>
            <a:rect l="l" t="t" r="r" b="b"/>
            <a:pathLst>
              <a:path w="91631" h="90106" extrusionOk="0">
                <a:moveTo>
                  <a:pt x="0" y="90106"/>
                </a:moveTo>
                <a:lnTo>
                  <a:pt x="84773" y="0"/>
                </a:lnTo>
                <a:lnTo>
                  <a:pt x="91631" y="16192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LB"/>
          </a:p>
        </p:txBody>
      </p:sp>
      <p:sp>
        <p:nvSpPr>
          <p:cNvPr id="420" name="Google Shape;420;p18"/>
          <p:cNvSpPr/>
          <p:nvPr/>
        </p:nvSpPr>
        <p:spPr>
          <a:xfrm>
            <a:off x="3961062" y="1324425"/>
            <a:ext cx="4862733" cy="48568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1924050" y="2362200"/>
            <a:ext cx="2240750" cy="1266825"/>
          </a:xfrm>
          <a:custGeom>
            <a:avLst/>
            <a:gdLst/>
            <a:ahLst/>
            <a:cxnLst/>
            <a:rect l="l" t="t" r="r" b="b"/>
            <a:pathLst>
              <a:path w="89630" h="50673" extrusionOk="0">
                <a:moveTo>
                  <a:pt x="0" y="50673"/>
                </a:moveTo>
                <a:lnTo>
                  <a:pt x="85820" y="0"/>
                </a:lnTo>
                <a:lnTo>
                  <a:pt x="89630" y="17145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LB"/>
          </a:p>
        </p:txBody>
      </p:sp>
      <p:sp>
        <p:nvSpPr>
          <p:cNvPr id="425" name="Google Shape;425;p18"/>
          <p:cNvSpPr/>
          <p:nvPr/>
        </p:nvSpPr>
        <p:spPr>
          <a:xfrm>
            <a:off x="1952625" y="3333750"/>
            <a:ext cx="2224100" cy="461975"/>
          </a:xfrm>
          <a:custGeom>
            <a:avLst/>
            <a:gdLst/>
            <a:ahLst/>
            <a:cxnLst/>
            <a:rect l="l" t="t" r="r" b="b"/>
            <a:pathLst>
              <a:path w="88964" h="18479" extrusionOk="0">
                <a:moveTo>
                  <a:pt x="0" y="11430"/>
                </a:moveTo>
                <a:lnTo>
                  <a:pt x="88964" y="0"/>
                </a:lnTo>
                <a:lnTo>
                  <a:pt x="88964" y="18479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LB"/>
          </a:p>
        </p:txBody>
      </p:sp>
      <p:sp>
        <p:nvSpPr>
          <p:cNvPr id="428" name="Google Shape;428;p18"/>
          <p:cNvSpPr/>
          <p:nvPr/>
        </p:nvSpPr>
        <p:spPr>
          <a:xfrm>
            <a:off x="3961062" y="3330725"/>
            <a:ext cx="4862733" cy="48568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4122280" y="3397025"/>
            <a:ext cx="3225370" cy="37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Covers 11 river stations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3961062" y="2327575"/>
            <a:ext cx="4862733" cy="48568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8"/>
          <p:cNvSpPr txBox="1"/>
          <p:nvPr/>
        </p:nvSpPr>
        <p:spPr>
          <a:xfrm>
            <a:off x="4032117" y="2376525"/>
            <a:ext cx="4465646" cy="3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Uses real government data (USGS + NOAA)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1947875" y="3619500"/>
            <a:ext cx="2233600" cy="1171575"/>
          </a:xfrm>
          <a:custGeom>
            <a:avLst/>
            <a:gdLst/>
            <a:ahLst/>
            <a:cxnLst/>
            <a:rect l="l" t="t" r="r" b="b"/>
            <a:pathLst>
              <a:path w="89344" h="46863" extrusionOk="0">
                <a:moveTo>
                  <a:pt x="0" y="0"/>
                </a:moveTo>
                <a:lnTo>
                  <a:pt x="89344" y="28956"/>
                </a:lnTo>
                <a:lnTo>
                  <a:pt x="87249" y="46863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LB"/>
          </a:p>
        </p:txBody>
      </p:sp>
      <p:sp>
        <p:nvSpPr>
          <p:cNvPr id="441" name="Google Shape;441;p18"/>
          <p:cNvSpPr/>
          <p:nvPr/>
        </p:nvSpPr>
        <p:spPr>
          <a:xfrm>
            <a:off x="3961062" y="4333875"/>
            <a:ext cx="4862733" cy="4856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3961062" y="4412680"/>
            <a:ext cx="5316077" cy="3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Outputs predictions via: REST API and Interactive dashboard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" name="Google Shape;437;p18">
            <a:extLst>
              <a:ext uri="{FF2B5EF4-FFF2-40B4-BE49-F238E27FC236}">
                <a16:creationId xmlns:a16="http://schemas.microsoft.com/office/drawing/2014/main" id="{2B14D0B2-1468-B7D3-9D89-D5875A17DD9B}"/>
              </a:ext>
            </a:extLst>
          </p:cNvPr>
          <p:cNvSpPr txBox="1"/>
          <p:nvPr/>
        </p:nvSpPr>
        <p:spPr>
          <a:xfrm>
            <a:off x="4032117" y="1396665"/>
            <a:ext cx="4465646" cy="3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End-to-end Machine Learning pipeline</a:t>
            </a:r>
            <a:endParaRPr sz="16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/>
          <p:nvPr/>
        </p:nvSpPr>
        <p:spPr>
          <a:xfrm>
            <a:off x="6841422" y="1907126"/>
            <a:ext cx="12036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1254622" y="1907126"/>
            <a:ext cx="12036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</a:t>
            </a:r>
            <a:r>
              <a:rPr lang="en" dirty="0" err="1"/>
              <a:t>ata</a:t>
            </a:r>
            <a:r>
              <a:rPr lang="en" dirty="0"/>
              <a:t> Sources</a:t>
            </a:r>
            <a:endParaRPr dirty="0"/>
          </a:p>
        </p:txBody>
      </p:sp>
      <p:grpSp>
        <p:nvGrpSpPr>
          <p:cNvPr id="485" name="Google Shape;485;p19"/>
          <p:cNvGrpSpPr/>
          <p:nvPr/>
        </p:nvGrpSpPr>
        <p:grpSpPr>
          <a:xfrm>
            <a:off x="535022" y="693126"/>
            <a:ext cx="2736596" cy="1878624"/>
            <a:chOff x="457200" y="1211750"/>
            <a:chExt cx="2736596" cy="1878624"/>
          </a:xfrm>
        </p:grpSpPr>
        <p:sp>
          <p:nvSpPr>
            <p:cNvPr id="486" name="Google Shape;486;p19"/>
            <p:cNvSpPr txBox="1"/>
            <p:nvPr/>
          </p:nvSpPr>
          <p:spPr>
            <a:xfrm>
              <a:off x="788000" y="249391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USGS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87" name="Google Shape;487;p19"/>
            <p:cNvSpPr txBox="1"/>
            <p:nvPr/>
          </p:nvSpPr>
          <p:spPr>
            <a:xfrm>
              <a:off x="457200" y="2758607"/>
              <a:ext cx="2736596" cy="331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Aptos Display" panose="020B0004020202020204" pitchFamily="34" charset="0"/>
                  <a:ea typeface="Roboto"/>
                  <a:cs typeface="Roboto"/>
                  <a:sym typeface="Roboto"/>
                </a:rPr>
                <a:t>R</a:t>
              </a:r>
              <a:r>
                <a:rPr lang="en" dirty="0" err="1">
                  <a:latin typeface="Aptos Display" panose="020B0004020202020204" pitchFamily="34" charset="0"/>
                  <a:ea typeface="Roboto"/>
                  <a:cs typeface="Roboto"/>
                  <a:sym typeface="Roboto"/>
                </a:rPr>
                <a:t>iver</a:t>
              </a:r>
              <a:r>
                <a:rPr lang="en" dirty="0">
                  <a:latin typeface="Aptos Display" panose="020B0004020202020204" pitchFamily="34" charset="0"/>
                  <a:ea typeface="Roboto"/>
                  <a:cs typeface="Roboto"/>
                  <a:sym typeface="Roboto"/>
                </a:rPr>
                <a:t> discharge (2018-2026)</a:t>
              </a:r>
              <a:endParaRPr dirty="0">
                <a:latin typeface="Aptos Display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1386235" y="1211750"/>
              <a:ext cx="784800" cy="78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89" name="Google Shape;489;p19"/>
          <p:cNvGrpSpPr/>
          <p:nvPr/>
        </p:nvGrpSpPr>
        <p:grpSpPr>
          <a:xfrm>
            <a:off x="6452607" y="693126"/>
            <a:ext cx="2427371" cy="2417600"/>
            <a:chOff x="6374785" y="1211750"/>
            <a:chExt cx="2427371" cy="2417600"/>
          </a:xfrm>
        </p:grpSpPr>
        <p:sp>
          <p:nvSpPr>
            <p:cNvPr id="490" name="Google Shape;490;p19"/>
            <p:cNvSpPr txBox="1"/>
            <p:nvPr/>
          </p:nvSpPr>
          <p:spPr>
            <a:xfrm>
              <a:off x="6374785" y="2420634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NOAA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91" name="Google Shape;491;p19"/>
            <p:cNvSpPr txBox="1"/>
            <p:nvPr/>
          </p:nvSpPr>
          <p:spPr>
            <a:xfrm>
              <a:off x="6820956" y="3297550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latin typeface="Aptos Display" panose="020B0004020202020204" pitchFamily="34" charset="0"/>
                  <a:ea typeface="Roboto"/>
                  <a:cs typeface="Roboto"/>
                  <a:sym typeface="Roboto"/>
                </a:rPr>
                <a:t>Weather data:</a:t>
              </a:r>
              <a:endParaRPr lang="en-LB" altLang="en-LB" b="1" dirty="0">
                <a:solidFill>
                  <a:schemeClr val="tx1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US" altLang="en-LB" dirty="0">
                  <a:solidFill>
                    <a:schemeClr val="tx1"/>
                  </a:solidFill>
                  <a:latin typeface="Aptos Display" panose="020B0004020202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-P</a:t>
              </a:r>
              <a:r>
                <a:rPr lang="en-LB" altLang="en-LB" dirty="0">
                  <a:solidFill>
                    <a:schemeClr val="tx1"/>
                  </a:solidFill>
                  <a:latin typeface="Aptos Display" panose="020B0004020202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recipitation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LB" altLang="en-LB" dirty="0">
                  <a:solidFill>
                    <a:schemeClr val="tx1"/>
                  </a:solidFill>
                  <a:latin typeface="Aptos Display" panose="020B0004020202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-wind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LB" altLang="en-LB" dirty="0">
                  <a:solidFill>
                    <a:schemeClr val="tx1"/>
                  </a:solidFill>
                  <a:latin typeface="Aptos Display" panose="020B0004020202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-temperature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LB" altLang="en-LB" dirty="0">
                  <a:solidFill>
                    <a:schemeClr val="tx1"/>
                  </a:solidFill>
                  <a:latin typeface="Aptos Display" panose="020B0004020202020204" pitchFamily="34" charset="0"/>
                  <a:ea typeface="Roboto" panose="02000000000000000000" pitchFamily="2" charset="0"/>
                  <a:cs typeface="Roboto" panose="02000000000000000000" pitchFamily="2" charset="0"/>
                </a:rPr>
                <a:t>-snowfall</a:t>
              </a: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dirty="0">
                <a:latin typeface="Aptos Display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 Display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6972985" y="1211750"/>
              <a:ext cx="784800" cy="784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515" name="Google Shape;515;p19"/>
          <p:cNvCxnSpPr>
            <a:cxnSpLocks/>
            <a:stCxn id="488" idx="6"/>
          </p:cNvCxnSpPr>
          <p:nvPr/>
        </p:nvCxnSpPr>
        <p:spPr>
          <a:xfrm>
            <a:off x="2248857" y="1085526"/>
            <a:ext cx="193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6" name="Google Shape;516;p19"/>
          <p:cNvCxnSpPr>
            <a:cxnSpLocks/>
            <a:stCxn id="492" idx="2"/>
          </p:cNvCxnSpPr>
          <p:nvPr/>
        </p:nvCxnSpPr>
        <p:spPr>
          <a:xfrm rot="10800000">
            <a:off x="4645107" y="1085526"/>
            <a:ext cx="240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7" name="Google Shape;517;p19"/>
          <p:cNvCxnSpPr>
            <a:cxnSpLocks/>
            <a:stCxn id="488" idx="4"/>
            <a:endCxn id="451" idx="0"/>
          </p:cNvCxnSpPr>
          <p:nvPr/>
        </p:nvCxnSpPr>
        <p:spPr>
          <a:xfrm>
            <a:off x="1856457" y="1477926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9" name="Google Shape;519;p19"/>
          <p:cNvCxnSpPr>
            <a:stCxn id="492" idx="4"/>
            <a:endCxn id="450" idx="0"/>
          </p:cNvCxnSpPr>
          <p:nvPr/>
        </p:nvCxnSpPr>
        <p:spPr>
          <a:xfrm>
            <a:off x="7443207" y="1477926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C5DBC3E-F038-7D3E-4194-9DF32B6F6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323" y="2622223"/>
            <a:ext cx="4309353" cy="2283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0DE31C-36A0-DF32-7702-4B7C2E2CA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360" y="1310403"/>
            <a:ext cx="3547631" cy="7177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F11063-1197-3625-9A7B-9F316C298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078" y="0"/>
            <a:ext cx="6327843" cy="2349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4B302D-97BC-6604-769C-25D4A2687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077" y="2349211"/>
            <a:ext cx="6327843" cy="283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91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3"/>
          <p:cNvSpPr/>
          <p:nvPr/>
        </p:nvSpPr>
        <p:spPr>
          <a:xfrm>
            <a:off x="6078582" y="1591828"/>
            <a:ext cx="355857" cy="3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23"/>
          <p:cNvSpPr/>
          <p:nvPr/>
        </p:nvSpPr>
        <p:spPr>
          <a:xfrm>
            <a:off x="6078582" y="2729141"/>
            <a:ext cx="355857" cy="37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3"/>
          <p:cNvSpPr/>
          <p:nvPr/>
        </p:nvSpPr>
        <p:spPr>
          <a:xfrm>
            <a:off x="6078582" y="3866466"/>
            <a:ext cx="355857" cy="371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Target &amp; Risk Levels</a:t>
            </a:r>
            <a:endParaRPr dirty="0"/>
          </a:p>
        </p:txBody>
      </p:sp>
      <p:sp>
        <p:nvSpPr>
          <p:cNvPr id="744" name="Google Shape;744;p23"/>
          <p:cNvSpPr/>
          <p:nvPr/>
        </p:nvSpPr>
        <p:spPr>
          <a:xfrm>
            <a:off x="457188" y="1076325"/>
            <a:ext cx="3657600" cy="3657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7" name="Google Shape;767;p23"/>
          <p:cNvCxnSpPr>
            <a:cxnSpLocks/>
            <a:endCxn id="740" idx="2"/>
          </p:cNvCxnSpPr>
          <p:nvPr/>
        </p:nvCxnSpPr>
        <p:spPr>
          <a:xfrm>
            <a:off x="4717915" y="1766020"/>
            <a:ext cx="1360667" cy="1150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23"/>
          <p:cNvCxnSpPr>
            <a:cxnSpLocks/>
            <a:stCxn id="740" idx="6"/>
            <a:endCxn id="769" idx="1"/>
          </p:cNvCxnSpPr>
          <p:nvPr/>
        </p:nvCxnSpPr>
        <p:spPr>
          <a:xfrm>
            <a:off x="6434439" y="1777528"/>
            <a:ext cx="37930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0" name="Google Shape;770;p23"/>
          <p:cNvGrpSpPr/>
          <p:nvPr/>
        </p:nvGrpSpPr>
        <p:grpSpPr>
          <a:xfrm>
            <a:off x="6813740" y="1536016"/>
            <a:ext cx="2661000" cy="483000"/>
            <a:chOff x="6483000" y="1338363"/>
            <a:chExt cx="2661000" cy="483000"/>
          </a:xfrm>
        </p:grpSpPr>
        <p:sp>
          <p:nvSpPr>
            <p:cNvPr id="771" name="Google Shape;771;p23"/>
            <p:cNvSpPr txBox="1"/>
            <p:nvPr/>
          </p:nvSpPr>
          <p:spPr>
            <a:xfrm>
              <a:off x="6625788" y="1338363"/>
              <a:ext cx="251821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b="1" dirty="0"/>
                <a:t>3-class classification:</a:t>
              </a:r>
            </a:p>
            <a:p>
              <a:r>
                <a:rPr lang="en-US" dirty="0"/>
                <a:t>Normal (&lt; 75%) </a:t>
              </a:r>
            </a:p>
            <a:p>
              <a:r>
                <a:rPr lang="en-US" dirty="0"/>
                <a:t>Medium (75%–90%) </a:t>
              </a:r>
            </a:p>
            <a:p>
              <a:r>
                <a:rPr lang="en-US" dirty="0"/>
                <a:t>High (&gt; 90%) → flood risk</a:t>
              </a:r>
            </a:p>
            <a:p>
              <a:pPr lvl="0"/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6483000" y="1379175"/>
              <a:ext cx="66600" cy="401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23"/>
          <p:cNvGrpSpPr/>
          <p:nvPr/>
        </p:nvGrpSpPr>
        <p:grpSpPr>
          <a:xfrm>
            <a:off x="6813740" y="2670216"/>
            <a:ext cx="2203788" cy="483000"/>
            <a:chOff x="6483000" y="2472563"/>
            <a:chExt cx="2203788" cy="483000"/>
          </a:xfrm>
        </p:grpSpPr>
        <p:sp>
          <p:nvSpPr>
            <p:cNvPr id="773" name="Google Shape;773;p23"/>
            <p:cNvSpPr txBox="1"/>
            <p:nvPr/>
          </p:nvSpPr>
          <p:spPr>
            <a:xfrm>
              <a:off x="6625788" y="2472563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/>
                <a:t>Thresholds </a:t>
              </a:r>
              <a:r>
                <a:rPr lang="en-US" b="1" dirty="0"/>
                <a:t>different per river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6483000" y="2513363"/>
              <a:ext cx="66600" cy="4014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23"/>
          <p:cNvGrpSpPr/>
          <p:nvPr/>
        </p:nvGrpSpPr>
        <p:grpSpPr>
          <a:xfrm>
            <a:off x="6813740" y="3810666"/>
            <a:ext cx="2203788" cy="483000"/>
            <a:chOff x="6483000" y="3613013"/>
            <a:chExt cx="2203788" cy="483000"/>
          </a:xfrm>
        </p:grpSpPr>
        <p:sp>
          <p:nvSpPr>
            <p:cNvPr id="776" name="Google Shape;776;p23"/>
            <p:cNvSpPr txBox="1"/>
            <p:nvPr/>
          </p:nvSpPr>
          <p:spPr>
            <a:xfrm>
              <a:off x="6625788" y="3613013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b="1" dirty="0"/>
                <a:t>Example:</a:t>
              </a:r>
            </a:p>
            <a:p>
              <a:r>
                <a:rPr lang="en-US" dirty="0"/>
                <a:t>Potomac: 28,540 </a:t>
              </a:r>
              <a:r>
                <a:rPr lang="en-US" dirty="0" err="1"/>
                <a:t>cfs</a:t>
              </a:r>
              <a:r>
                <a:rPr lang="en-US" dirty="0"/>
                <a:t> </a:t>
              </a:r>
            </a:p>
            <a:p>
              <a:r>
                <a:rPr lang="en-US" dirty="0"/>
                <a:t>Cherry Creek: 211 </a:t>
              </a:r>
              <a:r>
                <a:rPr lang="en-US" dirty="0" err="1"/>
                <a:t>cfs</a:t>
              </a:r>
              <a:endParaRPr lang="en-US" dirty="0"/>
            </a:p>
          </p:txBody>
        </p:sp>
        <p:sp>
          <p:nvSpPr>
            <p:cNvPr id="777" name="Google Shape;777;p23"/>
            <p:cNvSpPr/>
            <p:nvPr/>
          </p:nvSpPr>
          <p:spPr>
            <a:xfrm>
              <a:off x="6483000" y="3653813"/>
              <a:ext cx="66600" cy="401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78" name="Google Shape;778;p23"/>
          <p:cNvCxnSpPr>
            <a:cxnSpLocks/>
            <a:endCxn id="741" idx="2"/>
          </p:cNvCxnSpPr>
          <p:nvPr/>
        </p:nvCxnSpPr>
        <p:spPr>
          <a:xfrm>
            <a:off x="3997851" y="2830441"/>
            <a:ext cx="2080731" cy="844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9" name="Google Shape;779;p23"/>
          <p:cNvCxnSpPr>
            <a:cxnSpLocks/>
            <a:stCxn id="741" idx="6"/>
            <a:endCxn id="774" idx="1"/>
          </p:cNvCxnSpPr>
          <p:nvPr/>
        </p:nvCxnSpPr>
        <p:spPr>
          <a:xfrm flipV="1">
            <a:off x="6434439" y="2911716"/>
            <a:ext cx="379301" cy="3125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" name="Google Shape;780;p23"/>
          <p:cNvCxnSpPr>
            <a:cxnSpLocks/>
            <a:endCxn id="742" idx="2"/>
          </p:cNvCxnSpPr>
          <p:nvPr/>
        </p:nvCxnSpPr>
        <p:spPr>
          <a:xfrm>
            <a:off x="3997851" y="3970891"/>
            <a:ext cx="2080731" cy="81275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1" name="Google Shape;781;p23"/>
          <p:cNvCxnSpPr>
            <a:cxnSpLocks/>
            <a:stCxn id="742" idx="6"/>
            <a:endCxn id="777" idx="1"/>
          </p:cNvCxnSpPr>
          <p:nvPr/>
        </p:nvCxnSpPr>
        <p:spPr>
          <a:xfrm>
            <a:off x="6434439" y="4052166"/>
            <a:ext cx="379301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6A274ED-EF47-DEB3-C0B3-66FFE9BF2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0" y="1536016"/>
            <a:ext cx="5885234" cy="26336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Feature Engineering</a:t>
            </a:r>
            <a:endParaRPr dirty="0"/>
          </a:p>
        </p:txBody>
      </p:sp>
      <p:pic>
        <p:nvPicPr>
          <p:cNvPr id="1544" name="Google Shape;1544;p33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3165" r="6376" b="8442"/>
          <a:stretch/>
        </p:blipFill>
        <p:spPr>
          <a:xfrm>
            <a:off x="3960551" y="1222521"/>
            <a:ext cx="4726249" cy="261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6" name="Google Shape;1546;p33"/>
          <p:cNvGrpSpPr/>
          <p:nvPr/>
        </p:nvGrpSpPr>
        <p:grpSpPr>
          <a:xfrm>
            <a:off x="457197" y="1090380"/>
            <a:ext cx="2851268" cy="1097804"/>
            <a:chOff x="457200" y="959300"/>
            <a:chExt cx="3015300" cy="1097804"/>
          </a:xfrm>
        </p:grpSpPr>
        <p:grpSp>
          <p:nvGrpSpPr>
            <p:cNvPr id="1547" name="Google Shape;1547;p33"/>
            <p:cNvGrpSpPr/>
            <p:nvPr/>
          </p:nvGrpSpPr>
          <p:grpSpPr>
            <a:xfrm>
              <a:off x="914400" y="959300"/>
              <a:ext cx="2558100" cy="1097804"/>
              <a:chOff x="457200" y="959300"/>
              <a:chExt cx="2558100" cy="1097804"/>
            </a:xfrm>
          </p:grpSpPr>
          <p:sp>
            <p:nvSpPr>
              <p:cNvPr id="1548" name="Google Shape;1548;p33"/>
              <p:cNvSpPr txBox="1"/>
              <p:nvPr/>
            </p:nvSpPr>
            <p:spPr>
              <a:xfrm>
                <a:off x="457200" y="959300"/>
                <a:ext cx="2558100" cy="315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38 engineered features: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49" name="Google Shape;1549;p33"/>
              <p:cNvSpPr txBox="1"/>
              <p:nvPr/>
            </p:nvSpPr>
            <p:spPr>
              <a:xfrm>
                <a:off x="457200" y="1574104"/>
                <a:ext cx="2558099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285750" lvl="0" indent="-2857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Discharge history (lags) 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Rolling averages 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Seasonal patterns 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Weather variables</a:t>
                </a:r>
              </a:p>
            </p:txBody>
          </p:sp>
        </p:grpSp>
        <p:sp>
          <p:nvSpPr>
            <p:cNvPr id="1550" name="Google Shape;1550;p33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51" name="Google Shape;1551;p33"/>
          <p:cNvGrpSpPr/>
          <p:nvPr/>
        </p:nvGrpSpPr>
        <p:grpSpPr>
          <a:xfrm>
            <a:off x="5873265" y="1090380"/>
            <a:ext cx="2381210" cy="331800"/>
            <a:chOff x="457200" y="1964800"/>
            <a:chExt cx="2518200" cy="331800"/>
          </a:xfrm>
        </p:grpSpPr>
        <p:sp>
          <p:nvSpPr>
            <p:cNvPr id="1553" name="Google Shape;1553;p33"/>
            <p:cNvSpPr txBox="1"/>
            <p:nvPr/>
          </p:nvSpPr>
          <p:spPr>
            <a:xfrm>
              <a:off x="914400" y="19648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 split: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55" name="Google Shape;1555;p33"/>
            <p:cNvSpPr txBox="1"/>
            <p:nvPr/>
          </p:nvSpPr>
          <p:spPr>
            <a:xfrm>
              <a:off x="4572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561" name="Google Shape;1561;p33"/>
          <p:cNvSpPr/>
          <p:nvPr/>
        </p:nvSpPr>
        <p:spPr>
          <a:xfrm>
            <a:off x="4800601" y="3930771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75%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562" name="Google Shape;1562;p33"/>
          <p:cNvSpPr/>
          <p:nvPr/>
        </p:nvSpPr>
        <p:spPr>
          <a:xfrm>
            <a:off x="6153151" y="3930771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15%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563" name="Google Shape;1563;p33"/>
          <p:cNvSpPr/>
          <p:nvPr/>
        </p:nvSpPr>
        <p:spPr>
          <a:xfrm>
            <a:off x="7505701" y="3930771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15%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9EEA71-62A3-5BB6-5D20-CB88DC952643}"/>
              </a:ext>
            </a:extLst>
          </p:cNvPr>
          <p:cNvSpPr/>
          <p:nvPr/>
        </p:nvSpPr>
        <p:spPr>
          <a:xfrm>
            <a:off x="4572000" y="1090380"/>
            <a:ext cx="1263537" cy="839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1704AF-4EF7-FD72-A4B2-784CF12C8512}"/>
              </a:ext>
            </a:extLst>
          </p:cNvPr>
          <p:cNvSpPr/>
          <p:nvPr/>
        </p:nvSpPr>
        <p:spPr>
          <a:xfrm>
            <a:off x="5909076" y="2527495"/>
            <a:ext cx="1263537" cy="839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1436E4-FF2D-D3F3-76D6-003B0CBD528F}"/>
              </a:ext>
            </a:extLst>
          </p:cNvPr>
          <p:cNvSpPr/>
          <p:nvPr/>
        </p:nvSpPr>
        <p:spPr>
          <a:xfrm>
            <a:off x="7166164" y="2559631"/>
            <a:ext cx="1263537" cy="839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B"/>
          </a:p>
        </p:txBody>
      </p:sp>
      <p:sp>
        <p:nvSpPr>
          <p:cNvPr id="5" name="Google Shape;1555;p33">
            <a:extLst>
              <a:ext uri="{FF2B5EF4-FFF2-40B4-BE49-F238E27FC236}">
                <a16:creationId xmlns:a16="http://schemas.microsoft.com/office/drawing/2014/main" id="{48944468-591F-7B41-5BB6-DF5B7D1AAC72}"/>
              </a:ext>
            </a:extLst>
          </p:cNvPr>
          <p:cNvSpPr txBox="1"/>
          <p:nvPr/>
        </p:nvSpPr>
        <p:spPr>
          <a:xfrm>
            <a:off x="362929" y="2623517"/>
            <a:ext cx="443072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1800" b="1" dirty="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" name="Google Shape;1553;p33">
            <a:extLst>
              <a:ext uri="{FF2B5EF4-FFF2-40B4-BE49-F238E27FC236}">
                <a16:creationId xmlns:a16="http://schemas.microsoft.com/office/drawing/2014/main" id="{8DAE8194-5E61-FBFD-4B29-B5568AC74107}"/>
              </a:ext>
            </a:extLst>
          </p:cNvPr>
          <p:cNvSpPr txBox="1"/>
          <p:nvPr/>
        </p:nvSpPr>
        <p:spPr>
          <a:xfrm>
            <a:off x="889525" y="2623517"/>
            <a:ext cx="1997313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No random shuffle </a:t>
            </a:r>
            <a:r>
              <a:rPr lang="en-US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(time series logic)</a:t>
            </a:r>
            <a:endParaRPr sz="180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37"/>
          <p:cNvSpPr/>
          <p:nvPr/>
        </p:nvSpPr>
        <p:spPr>
          <a:xfrm>
            <a:off x="5995050" y="1196013"/>
            <a:ext cx="2668500" cy="1154475"/>
          </a:xfrm>
          <a:prstGeom prst="rect">
            <a:avLst/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37"/>
          <p:cNvSpPr/>
          <p:nvPr/>
        </p:nvSpPr>
        <p:spPr>
          <a:xfrm>
            <a:off x="3226125" y="1196013"/>
            <a:ext cx="2668500" cy="1154475"/>
          </a:xfrm>
          <a:prstGeom prst="rect">
            <a:avLst/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7" name="Google Shape;1857;p37"/>
          <p:cNvSpPr/>
          <p:nvPr/>
        </p:nvSpPr>
        <p:spPr>
          <a:xfrm>
            <a:off x="457200" y="1196013"/>
            <a:ext cx="2668500" cy="1154475"/>
          </a:xfrm>
          <a:prstGeom prst="rect">
            <a:avLst/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8" name="Google Shape;1858;p3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</a:t>
            </a:r>
            <a:endParaRPr dirty="0"/>
          </a:p>
        </p:txBody>
      </p:sp>
      <p:sp>
        <p:nvSpPr>
          <p:cNvPr id="1859" name="Google Shape;1859;p37"/>
          <p:cNvSpPr/>
          <p:nvPr/>
        </p:nvSpPr>
        <p:spPr>
          <a:xfrm>
            <a:off x="457200" y="926538"/>
            <a:ext cx="2668500" cy="56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0" name="Google Shape;1860;p37"/>
          <p:cNvSpPr/>
          <p:nvPr/>
        </p:nvSpPr>
        <p:spPr>
          <a:xfrm>
            <a:off x="3226113" y="926538"/>
            <a:ext cx="2668500" cy="560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1" name="Google Shape;1861;p37"/>
          <p:cNvSpPr/>
          <p:nvPr/>
        </p:nvSpPr>
        <p:spPr>
          <a:xfrm>
            <a:off x="5995038" y="926538"/>
            <a:ext cx="2668500" cy="5607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62" name="Google Shape;1862;p37"/>
          <p:cNvGrpSpPr/>
          <p:nvPr/>
        </p:nvGrpSpPr>
        <p:grpSpPr>
          <a:xfrm>
            <a:off x="671224" y="1040913"/>
            <a:ext cx="2240400" cy="929276"/>
            <a:chOff x="688824" y="1376475"/>
            <a:chExt cx="2240400" cy="929276"/>
          </a:xfrm>
        </p:grpSpPr>
        <p:sp>
          <p:nvSpPr>
            <p:cNvPr id="1863" name="Google Shape;1863;p37"/>
            <p:cNvSpPr txBox="1"/>
            <p:nvPr/>
          </p:nvSpPr>
          <p:spPr>
            <a:xfrm>
              <a:off x="688824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Baseline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65" name="Google Shape;1865;p37"/>
            <p:cNvSpPr txBox="1"/>
            <p:nvPr/>
          </p:nvSpPr>
          <p:spPr>
            <a:xfrm>
              <a:off x="688834" y="1973951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Logistic Regression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870" name="Google Shape;1870;p37"/>
          <p:cNvGrpSpPr/>
          <p:nvPr/>
        </p:nvGrpSpPr>
        <p:grpSpPr>
          <a:xfrm>
            <a:off x="3434184" y="1040913"/>
            <a:ext cx="2246352" cy="929276"/>
            <a:chOff x="3451784" y="1376475"/>
            <a:chExt cx="2246352" cy="929276"/>
          </a:xfrm>
        </p:grpSpPr>
        <p:sp>
          <p:nvSpPr>
            <p:cNvPr id="1871" name="Google Shape;1871;p37"/>
            <p:cNvSpPr txBox="1"/>
            <p:nvPr/>
          </p:nvSpPr>
          <p:spPr>
            <a:xfrm>
              <a:off x="3457736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Advanced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73" name="Google Shape;1873;p37"/>
            <p:cNvSpPr txBox="1"/>
            <p:nvPr/>
          </p:nvSpPr>
          <p:spPr>
            <a:xfrm>
              <a:off x="3451784" y="1973951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LightGBM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914" name="Google Shape;1914;p37"/>
          <p:cNvGrpSpPr/>
          <p:nvPr/>
        </p:nvGrpSpPr>
        <p:grpSpPr>
          <a:xfrm>
            <a:off x="6102672" y="1040913"/>
            <a:ext cx="2929234" cy="1583127"/>
            <a:chOff x="6120272" y="1376475"/>
            <a:chExt cx="2929234" cy="1583127"/>
          </a:xfrm>
        </p:grpSpPr>
        <p:sp>
          <p:nvSpPr>
            <p:cNvPr id="1915" name="Google Shape;1915;p37"/>
            <p:cNvSpPr txBox="1"/>
            <p:nvPr/>
          </p:nvSpPr>
          <p:spPr>
            <a:xfrm>
              <a:off x="6226661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err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LightGBM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6" name="Google Shape;1916;p37"/>
            <p:cNvSpPr txBox="1"/>
            <p:nvPr/>
          </p:nvSpPr>
          <p:spPr>
            <a:xfrm>
              <a:off x="6120272" y="1826202"/>
              <a:ext cx="2929234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-US" dirty="0">
                  <a:latin typeface="Aptos Display" panose="020B0004020202020204" pitchFamily="34" charset="0"/>
                  <a:ea typeface="Roboto"/>
                  <a:cs typeface="Roboto"/>
                  <a:sym typeface="Roboto"/>
                </a:rPr>
                <a:t>300 trees</a:t>
              </a:r>
              <a:endParaRPr dirty="0">
                <a:latin typeface="Aptos Display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-US" dirty="0">
                  <a:latin typeface="Aptos Display" panose="020B0004020202020204" pitchFamily="34" charset="0"/>
                  <a:ea typeface="Roboto"/>
                  <a:cs typeface="Roboto"/>
                  <a:sym typeface="Roboto"/>
                </a:rPr>
                <a:t>Learning rate =0.05</a:t>
              </a:r>
              <a:endParaRPr dirty="0">
                <a:latin typeface="Aptos Display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-US" dirty="0">
                  <a:latin typeface="Aptos Display" panose="020B0004020202020204" pitchFamily="34" charset="0"/>
                  <a:ea typeface="Roboto"/>
                  <a:cs typeface="Roboto"/>
                  <a:sym typeface="Roboto"/>
                </a:rPr>
                <a:t>Handles class imbalance</a:t>
              </a:r>
              <a:endParaRPr dirty="0">
                <a:latin typeface="Aptos Display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10EC1D1-6A6D-01CC-B677-A5C67FB7E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811" y="2367749"/>
            <a:ext cx="4490377" cy="27757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"/>
          <p:cNvSpPr/>
          <p:nvPr/>
        </p:nvSpPr>
        <p:spPr>
          <a:xfrm>
            <a:off x="4876825" y="1087409"/>
            <a:ext cx="3819600" cy="1212646"/>
          </a:xfrm>
          <a:prstGeom prst="roundRect">
            <a:avLst>
              <a:gd name="adj" fmla="val 16667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457200" y="1087409"/>
            <a:ext cx="3819600" cy="1212646"/>
          </a:xfrm>
          <a:prstGeom prst="roundRect">
            <a:avLst>
              <a:gd name="adj" fmla="val 16667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Lead-Time Results</a:t>
            </a:r>
            <a:endParaRPr dirty="0"/>
          </a:p>
        </p:txBody>
      </p:sp>
      <p:grpSp>
        <p:nvGrpSpPr>
          <p:cNvPr id="349" name="Google Shape;349;p17"/>
          <p:cNvGrpSpPr/>
          <p:nvPr/>
        </p:nvGrpSpPr>
        <p:grpSpPr>
          <a:xfrm>
            <a:off x="685775" y="1268365"/>
            <a:ext cx="3343229" cy="984690"/>
            <a:chOff x="695359" y="2302076"/>
            <a:chExt cx="3343229" cy="1488799"/>
          </a:xfrm>
        </p:grpSpPr>
        <p:sp>
          <p:nvSpPr>
            <p:cNvPr id="350" name="Google Shape;350;p17"/>
            <p:cNvSpPr txBox="1"/>
            <p:nvPr/>
          </p:nvSpPr>
          <p:spPr>
            <a:xfrm>
              <a:off x="695359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Prediction accuracy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51" name="Google Shape;351;p17"/>
            <p:cNvSpPr txBox="1"/>
            <p:nvPr/>
          </p:nvSpPr>
          <p:spPr>
            <a:xfrm>
              <a:off x="695388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LB" altLang="en-LB" dirty="0">
                  <a:solidFill>
                    <a:schemeClr val="tx1"/>
                  </a:solidFill>
                  <a:latin typeface="Arial" panose="020B0604020202020204" pitchFamily="34" charset="0"/>
                </a:rPr>
                <a:t>1 day: </a:t>
              </a:r>
              <a:r>
                <a:rPr lang="en-LB" altLang="en-LB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0.686 (best)</a:t>
              </a:r>
              <a:r>
                <a:rPr lang="en-LB" altLang="en-LB" dirty="0">
                  <a:solidFill>
                    <a:schemeClr val="tx1"/>
                  </a:solidFill>
                  <a:latin typeface="Arial" panose="020B0604020202020204" pitchFamily="34" charset="0"/>
                </a:rPr>
                <a:t>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LB" altLang="en-LB" dirty="0">
                  <a:solidFill>
                    <a:schemeClr val="tx1"/>
                  </a:solidFill>
                  <a:latin typeface="Arial" panose="020B0604020202020204" pitchFamily="34" charset="0"/>
                </a:rPr>
                <a:t>3 days: 0.481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LB" altLang="en-LB" dirty="0">
                  <a:solidFill>
                    <a:schemeClr val="tx1"/>
                  </a:solidFill>
                  <a:latin typeface="Arial" panose="020B0604020202020204" pitchFamily="34" charset="0"/>
                </a:rPr>
                <a:t>7 days: 0.224</a:t>
              </a:r>
            </a:p>
          </p:txBody>
        </p:sp>
      </p:grpSp>
      <p:grpSp>
        <p:nvGrpSpPr>
          <p:cNvPr id="352" name="Google Shape;352;p17"/>
          <p:cNvGrpSpPr/>
          <p:nvPr/>
        </p:nvGrpSpPr>
        <p:grpSpPr>
          <a:xfrm>
            <a:off x="5114992" y="1315364"/>
            <a:ext cx="3343204" cy="984690"/>
            <a:chOff x="5114996" y="2302076"/>
            <a:chExt cx="3343204" cy="1488799"/>
          </a:xfrm>
        </p:grpSpPr>
        <p:sp>
          <p:nvSpPr>
            <p:cNvPr id="353" name="Google Shape;353;p17"/>
            <p:cNvSpPr txBox="1"/>
            <p:nvPr/>
          </p:nvSpPr>
          <p:spPr>
            <a:xfrm>
              <a:off x="5114996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Best reliability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54" name="Google Shape;354;p17"/>
            <p:cNvSpPr txBox="1"/>
            <p:nvPr/>
          </p:nvSpPr>
          <p:spPr>
            <a:xfrm>
              <a:off x="5115000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>
                <a:buSzPts val="1400"/>
                <a:buFont typeface="Roboto"/>
                <a:buChar char="●"/>
              </a:pPr>
              <a:r>
                <a:rPr lang="en-US" dirty="0"/>
                <a:t>1–2 days ahead 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D01118A-3910-A8EE-DDB9-13DB4FF96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122" y="2481011"/>
            <a:ext cx="6869755" cy="24246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32"/>
          <p:cNvSpPr/>
          <p:nvPr/>
        </p:nvSpPr>
        <p:spPr>
          <a:xfrm>
            <a:off x="5683350" y="3465870"/>
            <a:ext cx="3000000" cy="1370804"/>
          </a:xfrm>
          <a:prstGeom prst="roundRect">
            <a:avLst>
              <a:gd name="adj" fmla="val 8324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32"/>
          <p:cNvSpPr/>
          <p:nvPr/>
        </p:nvSpPr>
        <p:spPr>
          <a:xfrm>
            <a:off x="5683350" y="1147157"/>
            <a:ext cx="3000000" cy="1496194"/>
          </a:xfrm>
          <a:prstGeom prst="roundRect">
            <a:avLst>
              <a:gd name="adj" fmla="val 10110"/>
            </a:avLst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32"/>
          <p:cNvSpPr/>
          <p:nvPr/>
        </p:nvSpPr>
        <p:spPr>
          <a:xfrm>
            <a:off x="457200" y="2332700"/>
            <a:ext cx="4115100" cy="1285800"/>
          </a:xfrm>
          <a:prstGeom prst="roundRect">
            <a:avLst>
              <a:gd name="adj" fmla="val 70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/>
          </p:nvPr>
        </p:nvSpPr>
        <p:spPr>
          <a:xfrm>
            <a:off x="-1456583" y="2805200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System Architecture</a:t>
            </a:r>
            <a:endParaRPr dirty="0"/>
          </a:p>
        </p:txBody>
      </p:sp>
      <p:grpSp>
        <p:nvGrpSpPr>
          <p:cNvPr id="1529" name="Google Shape;1529;p32"/>
          <p:cNvGrpSpPr/>
          <p:nvPr/>
        </p:nvGrpSpPr>
        <p:grpSpPr>
          <a:xfrm>
            <a:off x="5301750" y="1276350"/>
            <a:ext cx="2163900" cy="1066800"/>
            <a:chOff x="5301750" y="1276350"/>
            <a:chExt cx="2163900" cy="1066800"/>
          </a:xfrm>
        </p:grpSpPr>
        <p:sp>
          <p:nvSpPr>
            <p:cNvPr id="1530" name="Google Shape;1530;p32"/>
            <p:cNvSpPr txBox="1"/>
            <p:nvPr/>
          </p:nvSpPr>
          <p:spPr>
            <a:xfrm>
              <a:off x="5301750" y="160007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US" dirty="0"/>
                <a:t>Python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1" name="Google Shape;1531;p32"/>
            <p:cNvSpPr txBox="1"/>
            <p:nvPr/>
          </p:nvSpPr>
          <p:spPr>
            <a:xfrm>
              <a:off x="5683350" y="1304791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</a:t>
              </a:r>
              <a:r>
                <a:rPr lang="en" sz="1800" b="1" dirty="0" err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ackend</a:t>
              </a: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: 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32" name="Google Shape;1532;p32"/>
            <p:cNvSpPr txBox="1"/>
            <p:nvPr/>
          </p:nvSpPr>
          <p:spPr>
            <a:xfrm>
              <a:off x="5811388" y="1276350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24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33" name="Google Shape;1533;p32"/>
          <p:cNvGrpSpPr/>
          <p:nvPr/>
        </p:nvGrpSpPr>
        <p:grpSpPr>
          <a:xfrm>
            <a:off x="5811388" y="3523019"/>
            <a:ext cx="3199290" cy="1151806"/>
            <a:chOff x="5811388" y="3523019"/>
            <a:chExt cx="3199290" cy="1151806"/>
          </a:xfrm>
        </p:grpSpPr>
        <p:sp>
          <p:nvSpPr>
            <p:cNvPr id="1534" name="Google Shape;1534;p32"/>
            <p:cNvSpPr txBox="1"/>
            <p:nvPr/>
          </p:nvSpPr>
          <p:spPr>
            <a:xfrm>
              <a:off x="6440788" y="4127497"/>
              <a:ext cx="256989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LB" altLang="en-LB" dirty="0">
                  <a:solidFill>
                    <a:schemeClr val="tx1"/>
                  </a:solidFill>
                  <a:latin typeface="Arial" panose="020B0604020202020204" pitchFamily="34" charset="0"/>
                </a:rPr>
                <a:t>Health (status)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LB" altLang="en-LB" dirty="0">
                  <a:solidFill>
                    <a:schemeClr val="tx1"/>
                  </a:solidFill>
                  <a:latin typeface="Arial" panose="020B0604020202020204" pitchFamily="34" charset="0"/>
                </a:rPr>
                <a:t>Latest (recent data)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LB" altLang="en-LB" dirty="0">
                  <a:solidFill>
                    <a:schemeClr val="tx1"/>
                  </a:solidFill>
                  <a:latin typeface="Arial" panose="020B0604020202020204" pitchFamily="34" charset="0"/>
                </a:rPr>
                <a:t>Predict (risk levels)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FontTx/>
                <a:buChar char="•"/>
              </a:pPr>
              <a:r>
                <a:rPr lang="en-LB" altLang="en-LB" dirty="0">
                  <a:solidFill>
                    <a:schemeClr val="tx1"/>
                  </a:solidFill>
                  <a:latin typeface="Arial" panose="020B0604020202020204" pitchFamily="34" charset="0"/>
                </a:rPr>
                <a:t>Predict-stage (water level)</a:t>
              </a:r>
            </a:p>
          </p:txBody>
        </p:sp>
        <p:sp>
          <p:nvSpPr>
            <p:cNvPr id="1535" name="Google Shape;1535;p32"/>
            <p:cNvSpPr txBox="1"/>
            <p:nvPr/>
          </p:nvSpPr>
          <p:spPr>
            <a:xfrm>
              <a:off x="5811388" y="3523019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Endpoints:</a:t>
              </a:r>
              <a:endParaRPr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36" name="Google Shape;1536;p32"/>
            <p:cNvSpPr txBox="1"/>
            <p:nvPr/>
          </p:nvSpPr>
          <p:spPr>
            <a:xfrm>
              <a:off x="5811388" y="3608025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24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1537" name="Google Shape;1537;p32"/>
          <p:cNvCxnSpPr>
            <a:cxnSpLocks/>
            <a:stCxn id="1438" idx="3"/>
            <a:endCxn id="1437" idx="1"/>
          </p:cNvCxnSpPr>
          <p:nvPr/>
        </p:nvCxnSpPr>
        <p:spPr>
          <a:xfrm flipV="1">
            <a:off x="4572300" y="1895254"/>
            <a:ext cx="1111050" cy="108034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8" name="Google Shape;1538;p32"/>
          <p:cNvCxnSpPr>
            <a:cxnSpLocks/>
            <a:stCxn id="1438" idx="3"/>
            <a:endCxn id="1436" idx="1"/>
          </p:cNvCxnSpPr>
          <p:nvPr/>
        </p:nvCxnSpPr>
        <p:spPr>
          <a:xfrm>
            <a:off x="4572300" y="2975600"/>
            <a:ext cx="1111050" cy="117567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Dashboard</a:t>
            </a:r>
            <a:endParaRPr dirty="0"/>
          </a:p>
        </p:txBody>
      </p:sp>
      <p:grpSp>
        <p:nvGrpSpPr>
          <p:cNvPr id="696" name="Google Shape;696;p22"/>
          <p:cNvGrpSpPr/>
          <p:nvPr/>
        </p:nvGrpSpPr>
        <p:grpSpPr>
          <a:xfrm>
            <a:off x="457201" y="2042192"/>
            <a:ext cx="3628416" cy="331800"/>
            <a:chOff x="457200" y="959300"/>
            <a:chExt cx="2518200" cy="331800"/>
          </a:xfrm>
        </p:grpSpPr>
        <p:sp>
          <p:nvSpPr>
            <p:cNvPr id="698" name="Google Shape;698;p22"/>
            <p:cNvSpPr txBox="1"/>
            <p:nvPr/>
          </p:nvSpPr>
          <p:spPr>
            <a:xfrm>
              <a:off x="9144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Station selection </a:t>
              </a:r>
            </a:p>
          </p:txBody>
        </p:sp>
        <p:sp>
          <p:nvSpPr>
            <p:cNvPr id="700" name="Google Shape;700;p22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>
                <a:solidFill>
                  <a:schemeClr val="accen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01" name="Google Shape;701;p22"/>
          <p:cNvGrpSpPr/>
          <p:nvPr/>
        </p:nvGrpSpPr>
        <p:grpSpPr>
          <a:xfrm>
            <a:off x="457200" y="3133842"/>
            <a:ext cx="3628416" cy="331800"/>
            <a:chOff x="457200" y="2970300"/>
            <a:chExt cx="2518200" cy="331800"/>
          </a:xfrm>
        </p:grpSpPr>
        <p:sp>
          <p:nvSpPr>
            <p:cNvPr id="703" name="Google Shape;703;p22"/>
            <p:cNvSpPr txBox="1"/>
            <p:nvPr/>
          </p:nvSpPr>
          <p:spPr>
            <a:xfrm>
              <a:off x="914400" y="2970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800" dirty="0"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Flood probability display </a:t>
              </a:r>
            </a:p>
          </p:txBody>
        </p:sp>
        <p:sp>
          <p:nvSpPr>
            <p:cNvPr id="705" name="Google Shape;705;p22"/>
            <p:cNvSpPr txBox="1"/>
            <p:nvPr/>
          </p:nvSpPr>
          <p:spPr>
            <a:xfrm>
              <a:off x="457200" y="2970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3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dirty="0">
                <a:solidFill>
                  <a:schemeClr val="accent3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06" name="Google Shape;706;p22"/>
          <p:cNvGrpSpPr/>
          <p:nvPr/>
        </p:nvGrpSpPr>
        <p:grpSpPr>
          <a:xfrm>
            <a:off x="457201" y="2588017"/>
            <a:ext cx="3628416" cy="331800"/>
            <a:chOff x="457200" y="1964800"/>
            <a:chExt cx="2518200" cy="331800"/>
          </a:xfrm>
        </p:grpSpPr>
        <p:sp>
          <p:nvSpPr>
            <p:cNvPr id="708" name="Google Shape;708;p22"/>
            <p:cNvSpPr txBox="1"/>
            <p:nvPr/>
          </p:nvSpPr>
          <p:spPr>
            <a:xfrm>
              <a:off x="914400" y="19648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800" dirty="0"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Real-time data loading </a:t>
              </a:r>
            </a:p>
          </p:txBody>
        </p:sp>
        <p:sp>
          <p:nvSpPr>
            <p:cNvPr id="710" name="Google Shape;710;p22"/>
            <p:cNvSpPr txBox="1"/>
            <p:nvPr/>
          </p:nvSpPr>
          <p:spPr>
            <a:xfrm>
              <a:off x="4572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5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dirty="0">
                <a:solidFill>
                  <a:schemeClr val="accent5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11" name="Google Shape;711;p22"/>
          <p:cNvGrpSpPr/>
          <p:nvPr/>
        </p:nvGrpSpPr>
        <p:grpSpPr>
          <a:xfrm>
            <a:off x="457200" y="3644305"/>
            <a:ext cx="3628416" cy="331800"/>
            <a:chOff x="457200" y="3975800"/>
            <a:chExt cx="2518200" cy="331800"/>
          </a:xfrm>
        </p:grpSpPr>
        <p:sp>
          <p:nvSpPr>
            <p:cNvPr id="713" name="Google Shape;713;p22"/>
            <p:cNvSpPr txBox="1"/>
            <p:nvPr/>
          </p:nvSpPr>
          <p:spPr>
            <a:xfrm>
              <a:off x="914400" y="39758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Charts &amp; diagnostics </a:t>
              </a:r>
            </a:p>
          </p:txBody>
        </p:sp>
        <p:sp>
          <p:nvSpPr>
            <p:cNvPr id="715" name="Google Shape;715;p22"/>
            <p:cNvSpPr txBox="1"/>
            <p:nvPr/>
          </p:nvSpPr>
          <p:spPr>
            <a:xfrm>
              <a:off x="457200" y="3975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1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dirty="0">
                <a:solidFill>
                  <a:schemeClr val="accen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3A00AF-6111-788C-EB1E-6D1CAFA8F3B3}"/>
              </a:ext>
            </a:extLst>
          </p:cNvPr>
          <p:cNvSpPr txBox="1"/>
          <p:nvPr/>
        </p:nvSpPr>
        <p:spPr>
          <a:xfrm>
            <a:off x="457199" y="1167395"/>
            <a:ext cx="65876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B</a:t>
            </a:r>
            <a:r>
              <a:rPr lang="en" sz="1800" dirty="0" err="1"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uilt</a:t>
            </a:r>
            <a:r>
              <a:rPr lang="en" sz="1800" dirty="0"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 with </a:t>
            </a:r>
            <a:r>
              <a:rPr lang="en" sz="1800" dirty="0" err="1"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Next.js</a:t>
            </a:r>
            <a:endParaRPr lang="en" sz="1800" dirty="0">
              <a:latin typeface="Aptos Display" panose="020B0004020202020204" pitchFamily="34" charset="0"/>
              <a:ea typeface="Fira Sans Extra Condensed"/>
              <a:cs typeface="Fira Sans Extra Condensed"/>
              <a:sym typeface="Fira Sans Extra Condensed"/>
            </a:endParaRPr>
          </a:p>
          <a:p>
            <a:r>
              <a:rPr lang="en-US" sz="1800" dirty="0"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F</a:t>
            </a:r>
            <a:r>
              <a:rPr lang="en" sz="1800" dirty="0" err="1"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eatures</a:t>
            </a:r>
            <a:r>
              <a:rPr lang="en" sz="1800" dirty="0"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:</a:t>
            </a:r>
          </a:p>
          <a:p>
            <a:endParaRPr lang="en-LB" sz="1800" dirty="0">
              <a:latin typeface="Aptos Display" panose="020B0004020202020204" pitchFamily="34" charset="0"/>
            </a:endParaRPr>
          </a:p>
        </p:txBody>
      </p:sp>
      <p:grpSp>
        <p:nvGrpSpPr>
          <p:cNvPr id="5" name="Google Shape;706;p22">
            <a:extLst>
              <a:ext uri="{FF2B5EF4-FFF2-40B4-BE49-F238E27FC236}">
                <a16:creationId xmlns:a16="http://schemas.microsoft.com/office/drawing/2014/main" id="{FDE1EFE5-74A3-A4BA-7744-4962765EB5F4}"/>
              </a:ext>
            </a:extLst>
          </p:cNvPr>
          <p:cNvGrpSpPr/>
          <p:nvPr/>
        </p:nvGrpSpPr>
        <p:grpSpPr>
          <a:xfrm>
            <a:off x="457200" y="4178030"/>
            <a:ext cx="3628416" cy="331800"/>
            <a:chOff x="457200" y="1964800"/>
            <a:chExt cx="2518200" cy="331800"/>
          </a:xfrm>
        </p:grpSpPr>
        <p:sp>
          <p:nvSpPr>
            <p:cNvPr id="6" name="Google Shape;708;p22">
              <a:extLst>
                <a:ext uri="{FF2B5EF4-FFF2-40B4-BE49-F238E27FC236}">
                  <a16:creationId xmlns:a16="http://schemas.microsoft.com/office/drawing/2014/main" id="{7EAAA024-E0A4-AA65-8352-E57FCCFE5B6B}"/>
                </a:ext>
              </a:extLst>
            </p:cNvPr>
            <p:cNvSpPr txBox="1"/>
            <p:nvPr/>
          </p:nvSpPr>
          <p:spPr>
            <a:xfrm>
              <a:off x="914400" y="19648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800" dirty="0"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Stage forecast</a:t>
              </a:r>
            </a:p>
          </p:txBody>
        </p:sp>
        <p:sp>
          <p:nvSpPr>
            <p:cNvPr id="7" name="Google Shape;710;p22">
              <a:extLst>
                <a:ext uri="{FF2B5EF4-FFF2-40B4-BE49-F238E27FC236}">
                  <a16:creationId xmlns:a16="http://schemas.microsoft.com/office/drawing/2014/main" id="{A7682243-E04B-F3C1-138A-736972962702}"/>
                </a:ext>
              </a:extLst>
            </p:cNvPr>
            <p:cNvSpPr txBox="1"/>
            <p:nvPr/>
          </p:nvSpPr>
          <p:spPr>
            <a:xfrm>
              <a:off x="4572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5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dirty="0">
                <a:solidFill>
                  <a:schemeClr val="accent5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654C85D-0137-E77C-7848-956341D72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616" y="2009658"/>
            <a:ext cx="4938850" cy="14720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Monitoring</a:t>
            </a:r>
            <a:endParaRPr dirty="0"/>
          </a:p>
        </p:txBody>
      </p:sp>
      <p:grpSp>
        <p:nvGrpSpPr>
          <p:cNvPr id="978" name="Google Shape;978;p26"/>
          <p:cNvGrpSpPr/>
          <p:nvPr/>
        </p:nvGrpSpPr>
        <p:grpSpPr>
          <a:xfrm>
            <a:off x="856667" y="1462884"/>
            <a:ext cx="3472772" cy="604500"/>
            <a:chOff x="-352262" y="1002911"/>
            <a:chExt cx="3484388" cy="604500"/>
          </a:xfrm>
        </p:grpSpPr>
        <p:sp>
          <p:nvSpPr>
            <p:cNvPr id="979" name="Google Shape;979;p26"/>
            <p:cNvSpPr/>
            <p:nvPr/>
          </p:nvSpPr>
          <p:spPr>
            <a:xfrm>
              <a:off x="-352262" y="1002911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lt1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600" b="1" dirty="0">
                <a:solidFill>
                  <a:schemeClr val="l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0" name="Google Shape;980;p26"/>
            <p:cNvSpPr txBox="1"/>
            <p:nvPr/>
          </p:nvSpPr>
          <p:spPr>
            <a:xfrm>
              <a:off x="340078" y="1177015"/>
              <a:ext cx="2792048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600" b="1" dirty="0">
                  <a:latin typeface="Aptos Display" panose="020B0004020202020204" pitchFamily="34" charset="0"/>
                </a:rPr>
                <a:t>Detects data drift</a:t>
              </a:r>
              <a:endParaRPr sz="1600" b="1" dirty="0">
                <a:solidFill>
                  <a:srgbClr val="000000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982" name="Google Shape;982;p26"/>
          <p:cNvGrpSpPr/>
          <p:nvPr/>
        </p:nvGrpSpPr>
        <p:grpSpPr>
          <a:xfrm>
            <a:off x="856668" y="2142893"/>
            <a:ext cx="5125843" cy="604500"/>
            <a:chOff x="936085" y="1880246"/>
            <a:chExt cx="5142988" cy="604500"/>
          </a:xfrm>
        </p:grpSpPr>
        <p:sp>
          <p:nvSpPr>
            <p:cNvPr id="983" name="Google Shape;983;p26"/>
            <p:cNvSpPr/>
            <p:nvPr/>
          </p:nvSpPr>
          <p:spPr>
            <a:xfrm>
              <a:off x="936085" y="1880246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600" b="1">
                <a:solidFill>
                  <a:schemeClr val="l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4" name="Google Shape;984;p26"/>
            <p:cNvSpPr txBox="1"/>
            <p:nvPr/>
          </p:nvSpPr>
          <p:spPr>
            <a:xfrm>
              <a:off x="1628424" y="2016596"/>
              <a:ext cx="4450649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Alerts when retraining needed</a:t>
              </a:r>
              <a:endParaRPr sz="1600" b="1" dirty="0">
                <a:solidFill>
                  <a:srgbClr val="000000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986" name="Google Shape;986;p26"/>
          <p:cNvGrpSpPr/>
          <p:nvPr/>
        </p:nvGrpSpPr>
        <p:grpSpPr>
          <a:xfrm>
            <a:off x="856666" y="2822902"/>
            <a:ext cx="5553862" cy="604500"/>
            <a:chOff x="936084" y="2560255"/>
            <a:chExt cx="5572440" cy="604500"/>
          </a:xfrm>
        </p:grpSpPr>
        <p:sp>
          <p:nvSpPr>
            <p:cNvPr id="987" name="Google Shape;987;p26"/>
            <p:cNvSpPr/>
            <p:nvPr/>
          </p:nvSpPr>
          <p:spPr>
            <a:xfrm>
              <a:off x="936084" y="2560255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lt1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600" b="1">
                <a:solidFill>
                  <a:schemeClr val="l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8" name="Google Shape;988;p26"/>
            <p:cNvSpPr txBox="1"/>
            <p:nvPr/>
          </p:nvSpPr>
          <p:spPr>
            <a:xfrm>
              <a:off x="1628425" y="2696605"/>
              <a:ext cx="4880099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Ensures model reliability over time</a:t>
              </a:r>
              <a:endParaRPr sz="1600" b="1" dirty="0">
                <a:solidFill>
                  <a:srgbClr val="000000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AC0810-EBAE-EE33-9E9B-6D23B03A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25"/>
            <a:ext cx="9136858" cy="51475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7F3F0EE-C28A-85A7-6E14-A0C9B45308B3}"/>
              </a:ext>
            </a:extLst>
          </p:cNvPr>
          <p:cNvSpPr/>
          <p:nvPr/>
        </p:nvSpPr>
        <p:spPr>
          <a:xfrm>
            <a:off x="2247089" y="4805463"/>
            <a:ext cx="457200" cy="184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987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1"/>
          <p:cNvSpPr txBox="1">
            <a:spLocks noGrp="1"/>
          </p:cNvSpPr>
          <p:nvPr>
            <p:ph type="title"/>
          </p:nvPr>
        </p:nvSpPr>
        <p:spPr>
          <a:xfrm>
            <a:off x="-2310482" y="392433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grpSp>
        <p:nvGrpSpPr>
          <p:cNvPr id="606" name="Google Shape;606;p21"/>
          <p:cNvGrpSpPr/>
          <p:nvPr/>
        </p:nvGrpSpPr>
        <p:grpSpPr>
          <a:xfrm>
            <a:off x="4598301" y="1586700"/>
            <a:ext cx="2698694" cy="583701"/>
            <a:chOff x="4648177" y="1278038"/>
            <a:chExt cx="2943273" cy="637887"/>
          </a:xfrm>
        </p:grpSpPr>
        <p:sp>
          <p:nvSpPr>
            <p:cNvPr id="607" name="Google Shape;607;p21"/>
            <p:cNvSpPr/>
            <p:nvPr/>
          </p:nvSpPr>
          <p:spPr>
            <a:xfrm>
              <a:off x="6986950" y="1311425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lt1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4</a:t>
              </a:r>
              <a:endParaRPr b="1" dirty="0">
                <a:solidFill>
                  <a:schemeClr val="l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09" name="Google Shape;609;p21"/>
            <p:cNvSpPr txBox="1"/>
            <p:nvPr/>
          </p:nvSpPr>
          <p:spPr>
            <a:xfrm>
              <a:off x="4648177" y="127803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>
                  <a:latin typeface="Aptos Display" panose="020B0004020202020204" pitchFamily="34" charset="0"/>
                </a:rPr>
                <a:t>Useful for engineers and emergency planning</a:t>
              </a:r>
            </a:p>
          </p:txBody>
        </p:sp>
      </p:grpSp>
      <p:grpSp>
        <p:nvGrpSpPr>
          <p:cNvPr id="611" name="Google Shape;611;p21"/>
          <p:cNvGrpSpPr/>
          <p:nvPr/>
        </p:nvGrpSpPr>
        <p:grpSpPr>
          <a:xfrm>
            <a:off x="3201309" y="2512358"/>
            <a:ext cx="2698694" cy="583701"/>
            <a:chOff x="3486127" y="2444463"/>
            <a:chExt cx="2943273" cy="637887"/>
          </a:xfrm>
        </p:grpSpPr>
        <p:sp>
          <p:nvSpPr>
            <p:cNvPr id="612" name="Google Shape;612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lt1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 b="1" dirty="0">
                <a:solidFill>
                  <a:schemeClr val="l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14" name="Google Shape;614;p21"/>
            <p:cNvSpPr txBox="1"/>
            <p:nvPr/>
          </p:nvSpPr>
          <p:spPr>
            <a:xfrm>
              <a:off x="3486127" y="24444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>
                  <a:latin typeface="Aptos Display" panose="020B0004020202020204" pitchFamily="34" charset="0"/>
                </a:rPr>
                <a:t>Real-time system deployed</a:t>
              </a:r>
              <a:endParaRPr b="1" dirty="0">
                <a:solidFill>
                  <a:srgbClr val="000000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16" name="Google Shape;616;p21"/>
          <p:cNvGrpSpPr/>
          <p:nvPr/>
        </p:nvGrpSpPr>
        <p:grpSpPr>
          <a:xfrm>
            <a:off x="1804318" y="3438016"/>
            <a:ext cx="2698694" cy="583701"/>
            <a:chOff x="3486127" y="2444463"/>
            <a:chExt cx="2943273" cy="637887"/>
          </a:xfrm>
        </p:grpSpPr>
        <p:sp>
          <p:nvSpPr>
            <p:cNvPr id="617" name="Google Shape;617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lt1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 b="1" dirty="0">
                <a:solidFill>
                  <a:schemeClr val="l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19" name="Google Shape;619;p21"/>
            <p:cNvSpPr txBox="1"/>
            <p:nvPr/>
          </p:nvSpPr>
          <p:spPr>
            <a:xfrm>
              <a:off x="3486127" y="24444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>
                  <a:latin typeface="Aptos Display" panose="020B0004020202020204" pitchFamily="34" charset="0"/>
                </a:rPr>
                <a:t>Reliable next-day predictions</a:t>
              </a:r>
              <a:endParaRPr b="1" dirty="0">
                <a:solidFill>
                  <a:srgbClr val="000000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21" name="Google Shape;621;p21"/>
          <p:cNvGrpSpPr/>
          <p:nvPr/>
        </p:nvGrpSpPr>
        <p:grpSpPr>
          <a:xfrm>
            <a:off x="407326" y="4363674"/>
            <a:ext cx="2698694" cy="583701"/>
            <a:chOff x="3486127" y="2444463"/>
            <a:chExt cx="2943273" cy="637887"/>
          </a:xfrm>
        </p:grpSpPr>
        <p:sp>
          <p:nvSpPr>
            <p:cNvPr id="622" name="Google Shape;622;p21"/>
            <p:cNvSpPr/>
            <p:nvPr/>
          </p:nvSpPr>
          <p:spPr>
            <a:xfrm>
              <a:off x="5852375" y="2477850"/>
              <a:ext cx="577025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lt1"/>
                  </a:solidFill>
                  <a:latin typeface="Aptos Display" panose="020B0004020202020204" pitchFamily="34" charset="0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b="1" dirty="0">
                <a:solidFill>
                  <a:schemeClr val="l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24" name="Google Shape;624;p21"/>
            <p:cNvSpPr txBox="1"/>
            <p:nvPr/>
          </p:nvSpPr>
          <p:spPr>
            <a:xfrm>
              <a:off x="3486127" y="24444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 err="1">
                  <a:latin typeface="Aptos Display" panose="020B0004020202020204" pitchFamily="34" charset="0"/>
                </a:rPr>
                <a:t>LightGBM</a:t>
              </a:r>
              <a:r>
                <a:rPr lang="en-US" dirty="0">
                  <a:latin typeface="Aptos Display" panose="020B0004020202020204" pitchFamily="34" charset="0"/>
                </a:rPr>
                <a:t> model performs well</a:t>
              </a:r>
              <a:endParaRPr b="1" dirty="0">
                <a:solidFill>
                  <a:srgbClr val="000000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626" name="Google Shape;626;p21"/>
          <p:cNvCxnSpPr>
            <a:cxnSpLocks/>
            <a:stCxn id="622" idx="6"/>
            <a:endCxn id="617" idx="4"/>
          </p:cNvCxnSpPr>
          <p:nvPr/>
        </p:nvCxnSpPr>
        <p:spPr>
          <a:xfrm flipV="1">
            <a:off x="3106021" y="4021717"/>
            <a:ext cx="1119858" cy="649083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21"/>
          <p:cNvCxnSpPr>
            <a:stCxn id="617" idx="6"/>
            <a:endCxn id="612" idx="4"/>
          </p:cNvCxnSpPr>
          <p:nvPr/>
        </p:nvCxnSpPr>
        <p:spPr>
          <a:xfrm flipV="1">
            <a:off x="4503013" y="3096059"/>
            <a:ext cx="1119857" cy="649083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" name="Google Shape;628;p21"/>
          <p:cNvCxnSpPr>
            <a:stCxn id="612" idx="6"/>
            <a:endCxn id="607" idx="4"/>
          </p:cNvCxnSpPr>
          <p:nvPr/>
        </p:nvCxnSpPr>
        <p:spPr>
          <a:xfrm flipV="1">
            <a:off x="5900004" y="2170401"/>
            <a:ext cx="1119858" cy="649083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617;p21">
            <a:extLst>
              <a:ext uri="{FF2B5EF4-FFF2-40B4-BE49-F238E27FC236}">
                <a16:creationId xmlns:a16="http://schemas.microsoft.com/office/drawing/2014/main" id="{4DC1009E-FCFB-F0F6-9BC1-71A381AE16E7}"/>
              </a:ext>
            </a:extLst>
          </p:cNvPr>
          <p:cNvSpPr/>
          <p:nvPr/>
        </p:nvSpPr>
        <p:spPr>
          <a:xfrm>
            <a:off x="8157919" y="763833"/>
            <a:ext cx="554268" cy="5531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Aptos Display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b="1" dirty="0">
              <a:solidFill>
                <a:schemeClr val="lt1"/>
              </a:solidFill>
              <a:latin typeface="Aptos Display" panose="020B0004020202020204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8" name="Google Shape;628;p21">
            <a:extLst>
              <a:ext uri="{FF2B5EF4-FFF2-40B4-BE49-F238E27FC236}">
                <a16:creationId xmlns:a16="http://schemas.microsoft.com/office/drawing/2014/main" id="{DC2E0612-4874-51CB-CF10-74F6D5843822}"/>
              </a:ext>
            </a:extLst>
          </p:cNvPr>
          <p:cNvCxnSpPr/>
          <p:nvPr/>
        </p:nvCxnSpPr>
        <p:spPr>
          <a:xfrm flipV="1">
            <a:off x="7315195" y="1316983"/>
            <a:ext cx="1119858" cy="649083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5AA4499-241B-4432-B1D1-173794859B18}"/>
              </a:ext>
            </a:extLst>
          </p:cNvPr>
          <p:cNvSpPr txBox="1"/>
          <p:nvPr/>
        </p:nvSpPr>
        <p:spPr>
          <a:xfrm>
            <a:off x="6192316" y="578133"/>
            <a:ext cx="1798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Covers 9 river stations</a:t>
            </a:r>
            <a:endParaRPr lang="en-LB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356</Words>
  <Application>Microsoft Macintosh PowerPoint</Application>
  <PresentationFormat>On-screen Show (16:9)</PresentationFormat>
  <Paragraphs>127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 Display</vt:lpstr>
      <vt:lpstr>Fira Sans Extra Condensed</vt:lpstr>
      <vt:lpstr>Fira Sans Extra Condensed SemiBold</vt:lpstr>
      <vt:lpstr>Proxima Nova</vt:lpstr>
      <vt:lpstr>Proxima Nova Semibold</vt:lpstr>
      <vt:lpstr>Roboto</vt:lpstr>
      <vt:lpstr>Arial</vt:lpstr>
      <vt:lpstr>Machine Learning Infographics by Slidesgo</vt:lpstr>
      <vt:lpstr>Slidesgo Final Pages</vt:lpstr>
      <vt:lpstr>Civil Engineering project river flood</vt:lpstr>
      <vt:lpstr>Plan</vt:lpstr>
      <vt:lpstr>Introduction &amp; Problem</vt:lpstr>
      <vt:lpstr>Project Overview</vt:lpstr>
      <vt:lpstr>Data Sources</vt:lpstr>
      <vt:lpstr>PowerPoint Presentation</vt:lpstr>
      <vt:lpstr>Target &amp; Risk Levels</vt:lpstr>
      <vt:lpstr>Feature Engineering</vt:lpstr>
      <vt:lpstr>Models</vt:lpstr>
      <vt:lpstr>Lead-Time Results</vt:lpstr>
      <vt:lpstr>System Architecture</vt:lpstr>
      <vt:lpstr>Dashboard</vt:lpstr>
      <vt:lpstr>Monitoring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Infographics</dc:title>
  <cp:lastModifiedBy>Yoanna Maroun</cp:lastModifiedBy>
  <cp:revision>9</cp:revision>
  <dcterms:modified xsi:type="dcterms:W3CDTF">2026-04-25T17:45:05Z</dcterms:modified>
</cp:coreProperties>
</file>